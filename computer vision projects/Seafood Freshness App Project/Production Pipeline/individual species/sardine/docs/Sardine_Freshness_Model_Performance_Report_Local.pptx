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288044-CED9-4375-963C-A7389B106DD1}">
  <a:tblStyle styleId="{F2288044-CED9-4375-963C-A7389B106D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acf0c44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acf0c44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acf0c4423_0_2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acf0c4423_0_2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acf0c4423_0_2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acf0c4423_0_2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acf0c4423_0_2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acf0c4423_0_2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acf0c4423_0_2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acf0c4423_0_2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fe2fa0f0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7fe2fa0f0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7fe2fa0f0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7fe2fa0f0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fe2fa0f0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7fe2fa0f0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fe2fa0f0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fe2fa0f0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fe2fa0f0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fe2fa0f0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7fe2fa0f0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7fe2fa0f0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fe2fa0f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7fe2fa0f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fe2fa0f0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7fe2fa0f0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fe2fa0f0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7fe2fa0f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fe2fa0f0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fe2fa0f0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fe2fa0f0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fe2fa0f0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fe2fa0f0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fe2fa0f0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7fe2fa0f0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7fe2fa0f0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fe2fa0f0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7fe2fa0f0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fe2fa0f0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fe2fa0f0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fe851118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fe851118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fe851118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fe851118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fe851118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fe851118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fe851118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fe851118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fe851118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fe851118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7fe851118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7fe851118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fe851118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fe851118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fe851118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fe851118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7fe851118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fe851118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fe851118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fe851118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fe851118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fe851118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fe851118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fe851118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680302" y="184305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Fish Freshness Classification Model Performance Report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33075" y="32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2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24100" y="1273875"/>
            <a:ext cx="7613400" cy="27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This report presents an analysis of the performance of a fish freshness classification model of</a:t>
            </a: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 Sardine </a:t>
            </a: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on different dates in local: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The analysis is based on confusion matrices provided for each date.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672700" y="232600"/>
            <a:ext cx="376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1370625" y="1280575"/>
            <a:ext cx="6736800" cy="3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Values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		  Bad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Bad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22219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{F2288044-CED9-4375-963C-A7389B106DD1}</a:tableStyleId>
              </a:tblPr>
              <a:tblGrid>
                <a:gridCol w="1729300"/>
                <a:gridCol w="1729300"/>
              </a:tblGrid>
              <a:tr h="96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TP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87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15"/>
          <p:cNvSpPr txBox="1"/>
          <p:nvPr/>
        </p:nvSpPr>
        <p:spPr>
          <a:xfrm rot="-5400000">
            <a:off x="-275450" y="2699125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119600" y="1648750"/>
            <a:ext cx="2837400" cy="3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TP = True Positives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FP = False Positives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FN = False Negatives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TN = True Negatives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Performance Metrics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6234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Performance metrics, including accuracy, precision, recall, and F1-score, have been calculated for each date using the provided data and confusion matrices.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Accuracy </a:t>
            </a:r>
            <a:r>
              <a:rPr lang="en" sz="2100"/>
              <a:t>gives the overall correctness of the predictions.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Precision </a:t>
            </a:r>
            <a:r>
              <a:rPr lang="en" sz="2100"/>
              <a:t>measures how many of the predicted positive cases were actually positive.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Recall </a:t>
            </a:r>
            <a:r>
              <a:rPr lang="en" sz="2100"/>
              <a:t>measures how many of the actual positive cases were correctly predicted.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F1</a:t>
            </a:r>
            <a:r>
              <a:rPr lang="en" sz="2100"/>
              <a:t>-</a:t>
            </a:r>
            <a:r>
              <a:rPr b="1" lang="en" sz="2100"/>
              <a:t>score</a:t>
            </a:r>
            <a:r>
              <a:rPr lang="en" sz="2100"/>
              <a:t> is the harmonic mean of precision and recall and provides a balance between them.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42300" y="445025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Metrics Calculation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77000" y="80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Accuracy = (Correct predictions) / (Total predictions)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Precision = (True Positives) / (True Positives + False Positives)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Recall = (True Positives) / (True Positives + False Negatives)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F1-Score = 2 * (Precision * Recall) / (Precision + Recall)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5662500" y="1594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Size Model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Testing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in RDS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25" y="188375"/>
            <a:ext cx="5136800" cy="47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Size Model in Manual Testing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-June-24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350" y="163575"/>
            <a:ext cx="5216201" cy="481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575" y="152400"/>
            <a:ext cx="467115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2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300" y="152400"/>
            <a:ext cx="516167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75" y="152400"/>
            <a:ext cx="51798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4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16-July-24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30-July-24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0" y="213850"/>
            <a:ext cx="5652400" cy="47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00" y="152400"/>
            <a:ext cx="51798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Overall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Size Model in Manual Testing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575" y="152400"/>
            <a:ext cx="505282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11-June-24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00" y="152400"/>
            <a:ext cx="496175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9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04-July-24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25" y="152400"/>
            <a:ext cx="503935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0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11-July-24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152400"/>
            <a:ext cx="474365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1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16-July-24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75" y="152400"/>
            <a:ext cx="5343426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30-July-24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Overall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400" y="305425"/>
            <a:ext cx="5125325" cy="46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Size Model but </a:t>
            </a:r>
            <a:r>
              <a:rPr lang="en"/>
              <a:t>with</a:t>
            </a:r>
            <a:r>
              <a:rPr lang="en"/>
              <a:t> if condition with fishheight in Manual Testing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11-June-24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75" y="152400"/>
            <a:ext cx="4961750" cy="473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00" y="152400"/>
            <a:ext cx="496175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6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04-July-24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25" y="152400"/>
            <a:ext cx="503935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7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11-July-24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400" y="152400"/>
            <a:ext cx="512552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8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16-July-24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30-July-24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1" name="Google Shape;21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00" y="196375"/>
            <a:ext cx="5143700" cy="455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Size Model but with if condition with fishdiagonal in Manual Testing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475" y="152400"/>
            <a:ext cx="525275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1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11-June-24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00" y="152400"/>
            <a:ext cx="496175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2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04-July-24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25" y="152400"/>
            <a:ext cx="503935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3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11-July-24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850" y="152400"/>
            <a:ext cx="50344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4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16-July-24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775" y="152400"/>
            <a:ext cx="516187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5"/>
          <p:cNvSpPr txBox="1"/>
          <p:nvPr>
            <p:ph idx="4294967295" type="title"/>
          </p:nvPr>
        </p:nvSpPr>
        <p:spPr>
          <a:xfrm>
            <a:off x="3380750" y="1559375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30-July-24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