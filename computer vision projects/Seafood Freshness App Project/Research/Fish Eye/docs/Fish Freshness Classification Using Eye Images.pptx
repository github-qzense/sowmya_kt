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c638f0039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c638f0039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ec638f0039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ec638f0039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c638f0039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ec638f003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ec638f0039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ec638f0039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ec638f0039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ec638f0039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ec638f0039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ec638f0039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ec638f0039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ec638f0039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c638f0039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ec638f0039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c638f0039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c638f0039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ec638f0039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ec638f0039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ec638f0039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ec638f003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link.springer.com/article/10.1007/s00217-024-04493-0" TargetMode="External"/><Relationship Id="rId4" Type="http://schemas.openxmlformats.org/officeDocument/2006/relationships/hyperlink" Target="https://data.mendeley.com/datasets/xzyx7pbr3w/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Fish Freshness Classification Using Eye Images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implementation of a research paper’s experiments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Objective: Classify fish freshness using eye images.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Motivation: Improve accuracy and robustness of fish freshness classification.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Approach: Experiment with different machine learning models.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Description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Source: Freshness of the Fish Eyes (FFE) dataset.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Total images: 4392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/>
              <a:t>Highly Fresh: 1764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/>
              <a:t>Fresh: 1320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/>
              <a:t>Not Fresh: 1306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Fish species: Chanos Chanos, Johnius Trachycephalus, Nibea Albiflora, Rastrelliger Faughni, Upeneus Moluccensis, Eleutheronema Tetradactylum, Oreochromis Mossambicus, Oreochromis Niloticus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Augmentation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Reason: To balance the dataset and reduce misclassifications.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Technique: Mirroring images.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Result: Dataset increased to 8780 images.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Experimental Setup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Feature Extraction: VGG19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Cross-validation: 5-fold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Models: Logistic Regression, SVM, KNN, Random Forest, ANN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Metrics: Accuracy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Process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Cross-validation to evaluate model performance.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Average test accuracy: 81%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Final training on the entire dataset.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Saved trained models for further evaluation.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with Warehouse Data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Used Indian Salmon and Tilapia warehouse data images.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Steps: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/>
              <a:t>Fish segmentation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/>
              <a:t>Eye detection and cropping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Challenges: Small dataset and less clear eyes compared to training data.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Very low accuracies due to the </a:t>
            </a:r>
            <a:r>
              <a:rPr lang="en" sz="1600"/>
              <a:t>imbalance</a:t>
            </a:r>
            <a:r>
              <a:rPr lang="en" sz="1600"/>
              <a:t> datasets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Results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Testing with Unseen FFE Data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Accuracy on test data: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/>
              <a:t>ANN: 83%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/>
              <a:t>KNN: 64%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/>
              <a:t>SVM: 79%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/>
              <a:t>Logistic Regression: 72%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/>
              <a:t>Random Forest: 72%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Performance with augmented data was better than non-augmented data.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Observations</a:t>
            </a:r>
            <a:endParaRPr/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ANN performed best on test data.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Bias towards Highly Fresh class due to dataset imbalance.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Clearer eyes in training data resulted in better performance.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Retrain models with a balanced dataset.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Hyperparameter tuning for improved accuracy.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Retrain eye detection model with Indian Salmon and Tilapia images.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Include our warehouse data in the training data.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Summary: Successful classification with varying accuracy.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Best performance with ANN using different scalers.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Future steps to improve model robustness and accuracy.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Research Paper Link</a:t>
            </a:r>
            <a:endParaRPr sz="16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Dataset Source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