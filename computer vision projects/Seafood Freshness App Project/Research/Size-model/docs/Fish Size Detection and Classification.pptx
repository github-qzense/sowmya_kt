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roxima Nova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.fntdata"/><Relationship Id="rId11" Type="http://schemas.openxmlformats.org/officeDocument/2006/relationships/slide" Target="slides/slide6.xml"/><Relationship Id="rId22" Type="http://schemas.openxmlformats.org/officeDocument/2006/relationships/font" Target="fonts/ProximaNova-boldItalic.fntdata"/><Relationship Id="rId10" Type="http://schemas.openxmlformats.org/officeDocument/2006/relationships/slide" Target="slides/slide5.xml"/><Relationship Id="rId21" Type="http://schemas.openxmlformats.org/officeDocument/2006/relationships/font" Target="fonts/ProximaNova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17d6dfa36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17d6dfa36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7d6dfa36_0_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7d6dfa36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17d6dfa36_0_1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017d6dfa36_0_1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17d6dfa36_0_1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17d6dfa36_0_1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017d6dfa36_0_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017d6dfa36_0_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017d6dfa36_0_1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017d6dfa36_0_1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017d6dfa36_0_1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017d6dfa36_0_1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017d6dfa36_0_1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017d6dfa36_0_1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017d6dfa36_0_1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017d6dfa36_0_1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017d6dfa36_0_1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017d6dfa36_0_1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17d6dfa36_0_1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017d6dfa36_0_1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017d6dfa36_0_1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017d6dfa36_0_1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35175" y="199225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Fish Size Detection and Classification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200368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Using Computer Vision and Machine Learning Techniques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390225" y="3072875"/>
            <a:ext cx="3788100" cy="12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Presenter Name: Sowmya</a:t>
            </a:r>
            <a:endParaRPr b="1"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Date: 22-10-2024</a:t>
            </a:r>
            <a:endParaRPr b="1" sz="18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20"/>
              <a:t>Overview</a:t>
            </a:r>
            <a:endParaRPr sz="4120"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Automate the detection and classification of fish sizes.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Approach: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Various techniques including scale detection, labeled sheets detection, and segmentation for size prediction.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Motivation and Challenges</a:t>
            </a:r>
            <a:endParaRPr sz="4100"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397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Importance: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Accurate fish size classification is vital for fisheries and research.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Challenges:</a:t>
            </a:r>
            <a:endParaRPr b="1"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Varied fish positioning from the camera.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Difficulty in capturing the scale along with three fish in an image.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Methods Overview</a:t>
            </a:r>
            <a:endParaRPr sz="4100"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AutoNum type="arabicPeriod"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Scale Detection Model</a:t>
            </a:r>
            <a:endParaRPr b="1"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AutoNum type="arabicPeriod"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Size Prediction Without Scale</a:t>
            </a:r>
            <a:endParaRPr b="1"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○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"Good" and "Bad" labeled cards.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○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Yellow Graph Sheet Approaches.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AutoNum type="arabicPeriod"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Manual Size Labeling and Regression Models</a:t>
            </a:r>
            <a:endParaRPr b="1"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Scale Detection Model</a:t>
            </a:r>
            <a:endParaRPr sz="4100"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356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Measure fish dimensions in centimeters using a scale detected in the image.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Dataset: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Trained on 296 images with a yellow 15 cm scale.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Challenges: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Capturing the entire scale along with 3 fish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Size Prediction Without Scale</a:t>
            </a:r>
            <a:endParaRPr sz="4100"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479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"Good" and "Bad" Cards:</a:t>
            </a:r>
            <a:endParaRPr b="1"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○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Labeled rectangular cards to estimate fish dimensions.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○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Cards’ width was larger than the average Sardine width (5 cm vs. 2.6 cm).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Issues: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Difficulty fitting cards and fish together in images.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363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4100">
                <a:solidFill>
                  <a:srgbClr val="000000"/>
                </a:solidFill>
              </a:rPr>
              <a:t>Yellow Graph Sheets Approach</a:t>
            </a:r>
            <a:endParaRPr sz="41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4100"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356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Hough Transform Method: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Attempted line detection but faced inconsistency.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YOLO Segmentation: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trained with labeled squares, but it failed to generalize.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YOLO Detection with Matched RGB Values: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Performed well on synthetic data but grouped squares in real images.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Regression Models for Fish Size Prediction</a:t>
            </a:r>
            <a:endParaRPr sz="4100"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826025"/>
            <a:ext cx="8520600" cy="28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Manually annotated 830 images, used 812 for training and validation.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Feature Selection: </a:t>
            </a:r>
            <a:r>
              <a:rPr lang="en" sz="2100">
                <a:latin typeface="Arial"/>
                <a:ea typeface="Arial"/>
                <a:cs typeface="Arial"/>
                <a:sym typeface="Arial"/>
              </a:rPr>
              <a:t>Removed low correlation features like image height, width.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Features converted to centimeters using known fish data.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Best Regression model (AdaBoost) had an MAE of 1.1 and a Max Absolute Error of 3.5.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Threshold-Based Size Classification</a:t>
            </a:r>
            <a:endParaRPr sz="4100"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377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Previous Model: 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Logistic regression model’s predictions with 0.5 threshold, whose input features are different fish dimensions converted to centimeters.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Condition: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the diagonal length &lt; 12 cm, classify as "Bad."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Rationale: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Diagonal length accounts for fish positioning in the image.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Challenges and Lessons Learned</a:t>
            </a:r>
            <a:endParaRPr sz="4100"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295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Challenges:</a:t>
            </a:r>
            <a:endParaRPr b="1"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Difficulty detecting squares consistently in graph sheets.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Time-consuming manual labeling of data.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Lessons Learned:</a:t>
            </a:r>
            <a:endParaRPr b="1"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Manual labeling can create high-quality datasets.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Alternative size prediction methods may be needed.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4100">
                <a:solidFill>
                  <a:srgbClr val="000000"/>
                </a:solidFill>
              </a:rPr>
              <a:t>Future Work</a:t>
            </a:r>
            <a:endParaRPr sz="4100"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254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Hyperparameter Tuning: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Implement Grid Search CV for optimization.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 Dataset: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Include additional labeled data and scale types.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Techniques: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Explore deep learning CNN models for more accurate predictions.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Conclusion</a:t>
            </a:r>
            <a:endParaRPr sz="4100"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Achievements: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Automated fish size classification with 96% accuracy with scale.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Remaining Issues: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Some methods did not generalize well to real-world data.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Steps: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Continue refining models and expanding dataset.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