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ccd2d39a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ccd2d39a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accd2d39a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accd2d39a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accd2d39a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accd2d39a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accd2d39a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accd2d39a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accd2d39a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accd2d39a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ccd2d39a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accd2d39a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accd2d39a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accd2d39a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accd2d39a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accd2d39a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accd2d39a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accd2d39a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accd2d39a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accd2d39a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accd2d39a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accd2d39a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accd2d39a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accd2d39a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accd2d39a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accd2d39a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accd2d39a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accd2d39a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accd2d39a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accd2d39a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accd2d39af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accd2d39af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accd2d39af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accd2d39af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accd2d39a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accd2d39a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accd2d39af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accd2d39a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accd2d39af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accd2d39af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42950" y="698300"/>
            <a:ext cx="4440000" cy="13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2"/>
                </a:solidFill>
              </a:rPr>
              <a:t>segmented images with black bg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2"/>
                </a:solidFill>
              </a:rPr>
              <a:t>train : bad-921, good-920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2"/>
                </a:solidFill>
              </a:rPr>
              <a:t>test : bad-287, good-250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42950" y="401250"/>
            <a:ext cx="57063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100">
                <a:solidFill>
                  <a:schemeClr val="dk2"/>
                </a:solidFill>
              </a:rPr>
              <a:t>Dataset </a:t>
            </a:r>
            <a:endParaRPr sz="2900">
              <a:solidFill>
                <a:schemeClr val="dk2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7850" y="307475"/>
            <a:ext cx="1756700" cy="3979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6700" y="301463"/>
            <a:ext cx="1790101" cy="399179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5094000" y="4299200"/>
            <a:ext cx="16728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7239675" y="4299200"/>
            <a:ext cx="16728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Good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42950" y="2305950"/>
            <a:ext cx="37833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</a:rPr>
              <a:t>Model Architecture :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42950" y="2770900"/>
            <a:ext cx="3611400" cy="19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densenet121, all layers freezed,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global average pooling 2d, 140, 150, 50, softmax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batch size : </a:t>
            </a:r>
            <a:r>
              <a:rPr lang="en" sz="1800">
                <a:solidFill>
                  <a:schemeClr val="dk2"/>
                </a:solidFill>
              </a:rPr>
              <a:t>32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</a:rPr>
              <a:t>target size </a:t>
            </a:r>
            <a:r>
              <a:rPr lang="en" sz="1800">
                <a:solidFill>
                  <a:schemeClr val="dk2"/>
                </a:solidFill>
              </a:rPr>
              <a:t>: (280, 180)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458575" y="135475"/>
            <a:ext cx="3940500" cy="42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Exp1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model architecture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densenet121, all layers freezed,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global average pooling 2d, 140, 150, 50, softmax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target size : (280, 180)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checkpoint : precision_1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losses : precision_1, precision_0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weights : 0.6, 0.4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epochs : 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colorspace : RGB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batch size : 32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test acc : 60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9075" y="135475"/>
            <a:ext cx="4440124" cy="48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177175" y="-161550"/>
            <a:ext cx="4221900" cy="4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Exp2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model architecture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densenet121, all layers freezed,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global average pooling 2d, 140, 150, 50, softmax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target size : (280, 180)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checkpoint : precision_0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losses : precision_1, precision_0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weights : 0.6, 0.4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epochs : 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colorspace : RGB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batch size : 32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test acc : 61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 b="1276" l="0" r="0" t="1286"/>
          <a:stretch/>
        </p:blipFill>
        <p:spPr>
          <a:xfrm>
            <a:off x="4399075" y="135475"/>
            <a:ext cx="4440125" cy="48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177175" y="283975"/>
            <a:ext cx="4221900" cy="4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Exp3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model architecture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densenet121, all layers freezed,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global average pooling 2d, 140, 150, 50, softmax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target size : (280, 180)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checkpoint : precision_0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losses : precision_1, precision_0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weights : 0.4, 0.6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epochs : 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colorspace : RGB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batch size : 32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test acc : 61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2098" l="0" r="0" t="2089"/>
          <a:stretch/>
        </p:blipFill>
        <p:spPr>
          <a:xfrm>
            <a:off x="4399075" y="135475"/>
            <a:ext cx="4440125" cy="48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/>
        </p:nvSpPr>
        <p:spPr>
          <a:xfrm>
            <a:off x="177175" y="205800"/>
            <a:ext cx="4221900" cy="4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Exp4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model architecture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densenet121, all layers freezed,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global average pooling 2d, 140, 150, 50, softmax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target size : (280, 180)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checkpoint : precision_0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losses : precision_1, precision_0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weights : 0.5, 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epochs : 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colorspace : RGB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batch size : 32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test acc : 60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0" l="2480" r="2490" t="0"/>
          <a:stretch/>
        </p:blipFill>
        <p:spPr>
          <a:xfrm>
            <a:off x="4399075" y="135475"/>
            <a:ext cx="4440125" cy="48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/>
        </p:nvSpPr>
        <p:spPr>
          <a:xfrm>
            <a:off x="177175" y="283975"/>
            <a:ext cx="4221900" cy="4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Exp5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model architecture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densenet121, all layers freezed,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global average pooling 2d, 140, 150, 50, softmax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target size : (280, 180)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checkpoint : accuracy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losses : precision_1, precision_0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weights : 0.5, 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epochs : 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colorspace : RGB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batch size : 32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test acc : 59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 rotWithShape="1">
          <a:blip r:embed="rId3">
            <a:alphaModFix/>
          </a:blip>
          <a:srcRect b="3463" l="0" r="0" t="3453"/>
          <a:stretch/>
        </p:blipFill>
        <p:spPr>
          <a:xfrm>
            <a:off x="4399075" y="135475"/>
            <a:ext cx="4440125" cy="486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/>
        </p:nvSpPr>
        <p:spPr>
          <a:xfrm>
            <a:off x="177175" y="283975"/>
            <a:ext cx="4221900" cy="4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Exp6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model architecture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densenet121, all layers freezed,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global average pooling 2d, 140, 150, 50, softmax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target size : (280, 180)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checkpoint : accuracy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losses : sparse_categorical_crossentropy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epochs : 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colorspace : RGB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batch size : 32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test acc : 61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 b="2235" l="0" r="0" t="2235"/>
          <a:stretch/>
        </p:blipFill>
        <p:spPr>
          <a:xfrm>
            <a:off x="4399075" y="135475"/>
            <a:ext cx="4440125" cy="48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177175" y="283975"/>
            <a:ext cx="4221900" cy="4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Exp7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model architecture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densenet121, all layers freezed,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global average pooling 2d, 140, 150, 50, softmax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target size : (280, 180)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checkpoint : accuracy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losses : sparse_categorical_crossentropy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epochs : 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colorspace : HSV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batch size : 32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test acc : 57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 rotWithShape="1">
          <a:blip r:embed="rId3">
            <a:alphaModFix/>
          </a:blip>
          <a:srcRect b="3721" l="0" r="0" t="3712"/>
          <a:stretch/>
        </p:blipFill>
        <p:spPr>
          <a:xfrm>
            <a:off x="4399075" y="135475"/>
            <a:ext cx="4440125" cy="48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/>
        </p:nvSpPr>
        <p:spPr>
          <a:xfrm>
            <a:off x="177175" y="283975"/>
            <a:ext cx="4221900" cy="4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Exp8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model architecture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densenet121, all layers freezed,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global average pooling 2d, 140, 150, 50, softmax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target size : (280, 180)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checkpoint : accuracy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losses : sparse_categorical_crossentropy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epochs : 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colorspace : BGR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batch size : 32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test acc : 62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9" name="Google Shape;109;p21"/>
          <p:cNvPicPr preferRelativeResize="0"/>
          <p:nvPr/>
        </p:nvPicPr>
        <p:blipFill rotWithShape="1">
          <a:blip r:embed="rId3">
            <a:alphaModFix/>
          </a:blip>
          <a:srcRect b="2813" l="0" r="0" t="2803"/>
          <a:stretch/>
        </p:blipFill>
        <p:spPr>
          <a:xfrm>
            <a:off x="4399075" y="135475"/>
            <a:ext cx="4440126" cy="48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/>
        </p:nvSpPr>
        <p:spPr>
          <a:xfrm>
            <a:off x="177175" y="283975"/>
            <a:ext cx="4221900" cy="4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Exp9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model architecture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densenet121, all layers freezed,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global average pooling 2d, 140, 150, 50, softmax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target size : (280, 180)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checkpoint : accuracy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losses : sparse_categorical_crossentropy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epochs : 20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colorspace : BGR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batch size : 32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test acc : 57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5" name="Google Shape;115;p22"/>
          <p:cNvPicPr preferRelativeResize="0"/>
          <p:nvPr/>
        </p:nvPicPr>
        <p:blipFill rotWithShape="1">
          <a:blip r:embed="rId3">
            <a:alphaModFix/>
          </a:blip>
          <a:srcRect b="2354" l="0" r="0" t="2363"/>
          <a:stretch/>
        </p:blipFill>
        <p:spPr>
          <a:xfrm>
            <a:off x="4399075" y="135475"/>
            <a:ext cx="4440125" cy="48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/>
        </p:nvSpPr>
        <p:spPr>
          <a:xfrm>
            <a:off x="177175" y="283975"/>
            <a:ext cx="4221900" cy="4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Exp10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model architecture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densenet121, all layers freezed,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global average pooling 2d, 140, 150, 50, softmax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target size : (280, 180)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checkpoint : accuracy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losses : recall_0_loss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epochs : 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colorspace : BGR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batch size : 32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test acc : 62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1" name="Google Shape;121;p23"/>
          <p:cNvPicPr preferRelativeResize="0"/>
          <p:nvPr/>
        </p:nvPicPr>
        <p:blipFill rotWithShape="1">
          <a:blip r:embed="rId3">
            <a:alphaModFix/>
          </a:blip>
          <a:srcRect b="3008" l="0" r="0" t="3008"/>
          <a:stretch/>
        </p:blipFill>
        <p:spPr>
          <a:xfrm>
            <a:off x="4399075" y="135475"/>
            <a:ext cx="4440125" cy="486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/>
        </p:nvSpPr>
        <p:spPr>
          <a:xfrm>
            <a:off x="177175" y="283975"/>
            <a:ext cx="4221900" cy="4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Exp11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model architecture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densenet121, all layers freezed,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global average pooling 2d, 140, 150, 50, softmax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target size : (280, 180)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checkpoint : recall_1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losses : recall_0_loss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epochs : 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colorspace : BGR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batch size : 32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test acc : 58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7" name="Google Shape;127;p24"/>
          <p:cNvPicPr preferRelativeResize="0"/>
          <p:nvPr/>
        </p:nvPicPr>
        <p:blipFill rotWithShape="1">
          <a:blip r:embed="rId3">
            <a:alphaModFix/>
          </a:blip>
          <a:srcRect b="2964" l="0" r="0" t="2954"/>
          <a:stretch/>
        </p:blipFill>
        <p:spPr>
          <a:xfrm>
            <a:off x="4399075" y="135475"/>
            <a:ext cx="4440125" cy="48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/>
        </p:nvSpPr>
        <p:spPr>
          <a:xfrm>
            <a:off x="177175" y="283975"/>
            <a:ext cx="4221900" cy="4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Exp12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model architecture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densenet121, all layers freezed,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global average pooling 2d, 140, 150, 50, softmax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target size : (280, 180)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checkpoint : recall_1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losses : 'recall_1_loss', 'precision_1_loss'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epochs : 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colorspace : BGR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batch size : 32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test acc : 58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3" name="Google Shape;133;p25"/>
          <p:cNvPicPr preferRelativeResize="0"/>
          <p:nvPr/>
        </p:nvPicPr>
        <p:blipFill rotWithShape="1">
          <a:blip r:embed="rId3">
            <a:alphaModFix/>
          </a:blip>
          <a:srcRect b="140" l="0" r="0" t="140"/>
          <a:stretch/>
        </p:blipFill>
        <p:spPr>
          <a:xfrm>
            <a:off x="4399075" y="135475"/>
            <a:ext cx="4440125" cy="48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/>
        </p:nvSpPr>
        <p:spPr>
          <a:xfrm>
            <a:off x="177175" y="283975"/>
            <a:ext cx="4221900" cy="4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Exp13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model architecture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densenet121, all layers freezed,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global average pooling 2d, 140, 150, 50, softmax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target size : (280, 180)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checkpoint : macro_avg_precision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losses : sparse_categorical_crossentropy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epochs : 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colorspace : BGR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batch size : 32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test acc : 61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9" name="Google Shape;139;p26"/>
          <p:cNvPicPr preferRelativeResize="0"/>
          <p:nvPr/>
        </p:nvPicPr>
        <p:blipFill rotWithShape="1">
          <a:blip r:embed="rId3">
            <a:alphaModFix/>
          </a:blip>
          <a:srcRect b="2098" l="0" r="0" t="2089"/>
          <a:stretch/>
        </p:blipFill>
        <p:spPr>
          <a:xfrm>
            <a:off x="4399075" y="135475"/>
            <a:ext cx="4440126" cy="48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/>
        </p:nvSpPr>
        <p:spPr>
          <a:xfrm>
            <a:off x="177175" y="283975"/>
            <a:ext cx="4221900" cy="4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Exp14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model architecture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densenet121, all layers freezed,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global average pooling 2d, 140, 150, 50, softmax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target size : (280, 180)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checkpoint : macro_avg_precision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losses : sparse_categorical_crossentropy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epochs : 20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colorspace : BGR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batch size : 32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test acc : 59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5" name="Google Shape;145;p27"/>
          <p:cNvPicPr preferRelativeResize="0"/>
          <p:nvPr/>
        </p:nvPicPr>
        <p:blipFill rotWithShape="1">
          <a:blip r:embed="rId3">
            <a:alphaModFix/>
          </a:blip>
          <a:srcRect b="3866" l="0" r="0" t="3866"/>
          <a:stretch/>
        </p:blipFill>
        <p:spPr>
          <a:xfrm>
            <a:off x="4399075" y="135475"/>
            <a:ext cx="4440126" cy="48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/>
        </p:nvSpPr>
        <p:spPr>
          <a:xfrm>
            <a:off x="177175" y="283975"/>
            <a:ext cx="4221900" cy="4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Exp15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model architecture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densenet121, all layers freezed,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global average pooling 2d, 140, 150, 50, softmax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target size : (280, 180)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checkpoint : f1_score_1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losses : sparse_categorical_crossentropy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epochs : 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colorspace : BGR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batch size : 32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test acc : 62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1" name="Google Shape;151;p28"/>
          <p:cNvPicPr preferRelativeResize="0"/>
          <p:nvPr/>
        </p:nvPicPr>
        <p:blipFill rotWithShape="1">
          <a:blip r:embed="rId3">
            <a:alphaModFix/>
          </a:blip>
          <a:srcRect b="2062" l="0" r="0" t="2052"/>
          <a:stretch/>
        </p:blipFill>
        <p:spPr>
          <a:xfrm>
            <a:off x="4399075" y="135475"/>
            <a:ext cx="4440125" cy="486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/>
        </p:nvSpPr>
        <p:spPr>
          <a:xfrm>
            <a:off x="177175" y="283975"/>
            <a:ext cx="4221900" cy="4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Exp16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model architecture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densenet121, all layers freezed,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global average pooling 2d, 140, 150, 50, softmax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target size : (280, 180)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checkpoint : f1_score_1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losses : f1_score_1_loss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epochs : 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colorspace : BGR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batch size : 32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test acc : 53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7" name="Google Shape;157;p29"/>
          <p:cNvPicPr preferRelativeResize="0"/>
          <p:nvPr/>
        </p:nvPicPr>
        <p:blipFill rotWithShape="1">
          <a:blip r:embed="rId3">
            <a:alphaModFix/>
          </a:blip>
          <a:srcRect b="1057" l="0" r="0" t="1057"/>
          <a:stretch/>
        </p:blipFill>
        <p:spPr>
          <a:xfrm>
            <a:off x="4399075" y="135475"/>
            <a:ext cx="4440126" cy="48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/>
        </p:nvSpPr>
        <p:spPr>
          <a:xfrm>
            <a:off x="177175" y="283975"/>
            <a:ext cx="4221900" cy="4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Exp17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model architecture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densenet121, all layers freezed,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global average pooling 2d, 140, 150, 50, softmax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target size : (280, 180)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checkpoint : f1_score_1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losses : precision_1_loss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epochs : 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colorspace : BGR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batch size : 32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test acc : 59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3">
            <a:alphaModFix/>
          </a:blip>
          <a:srcRect b="1653" l="0" r="0" t="1663"/>
          <a:stretch/>
        </p:blipFill>
        <p:spPr>
          <a:xfrm>
            <a:off x="4399075" y="135475"/>
            <a:ext cx="4440124" cy="48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/>
        </p:nvSpPr>
        <p:spPr>
          <a:xfrm>
            <a:off x="177175" y="283975"/>
            <a:ext cx="4221900" cy="4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Exp18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model architecture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densenet121, all layers freezed,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global average pooling 2d, 140, 150, 50, softmax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target size : (280, 180)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checkpoint : recall_1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losses : precision_1_loss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epochs : 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colorspace : BGR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batch size : 32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test acc : 54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9" name="Google Shape;169;p31"/>
          <p:cNvPicPr preferRelativeResize="0"/>
          <p:nvPr/>
        </p:nvPicPr>
        <p:blipFill rotWithShape="1">
          <a:blip r:embed="rId3">
            <a:alphaModFix/>
          </a:blip>
          <a:srcRect b="3289" l="0" r="0" t="3279"/>
          <a:stretch/>
        </p:blipFill>
        <p:spPr>
          <a:xfrm>
            <a:off x="4399075" y="135475"/>
            <a:ext cx="4440126" cy="48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/>
          <p:nvPr/>
        </p:nvSpPr>
        <p:spPr>
          <a:xfrm>
            <a:off x="177175" y="283975"/>
            <a:ext cx="4221900" cy="4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Exp19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model architecture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densenet121, all layers freezed,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global average pooling 2d, 140, 150, 50, softmax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target size : (280, 180)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checkpoint : recall_1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losses : precision_1_loss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epochs : 20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colorspace : BGR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batch size : 32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test acc : 59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5" name="Google Shape;175;p32"/>
          <p:cNvPicPr preferRelativeResize="0"/>
          <p:nvPr/>
        </p:nvPicPr>
        <p:blipFill rotWithShape="1">
          <a:blip r:embed="rId3">
            <a:alphaModFix/>
          </a:blip>
          <a:srcRect b="1172" l="0" r="0" t="1182"/>
          <a:stretch/>
        </p:blipFill>
        <p:spPr>
          <a:xfrm>
            <a:off x="4399075" y="135475"/>
            <a:ext cx="4440125" cy="486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/>
          <p:nvPr/>
        </p:nvSpPr>
        <p:spPr>
          <a:xfrm>
            <a:off x="177175" y="283975"/>
            <a:ext cx="4221900" cy="4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Exp20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model architecture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densenet121, all layers freezed,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global average pooling 2d, 140, 150, 50, softmax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target size : (280, 180)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checkpoint : f1_score_1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losses : precision_1_loss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epochs : 20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colorspace : BGR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batch size : 32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test acc : 59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81" name="Google Shape;181;p33"/>
          <p:cNvPicPr preferRelativeResize="0"/>
          <p:nvPr/>
        </p:nvPicPr>
        <p:blipFill rotWithShape="1">
          <a:blip r:embed="rId3">
            <a:alphaModFix/>
          </a:blip>
          <a:srcRect b="642" l="0" r="0" t="642"/>
          <a:stretch/>
        </p:blipFill>
        <p:spPr>
          <a:xfrm>
            <a:off x="4399075" y="135475"/>
            <a:ext cx="4440126" cy="486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