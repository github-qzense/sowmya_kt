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8C6F61-DBFC-41F2-96F7-B672EE2427AD}">
  <a:tblStyle styleId="{3D8C6F61-DBFC-41F2-96F7-B672EE2427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acf0c44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acf0c44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cf0c4423_0_2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cf0c4423_0_2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cf0c442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cf0c442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1731e8ef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1731e8ef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ab3e20bc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ab3e20bc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ab3e20bc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ab3e20bc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ab3e20bc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ab3e20b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ab3e20bc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ab3e20bc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ab3e20bc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ab3e20bc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ab3e20bc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ab3e20bc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1731e8ef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1731e8ef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ab3e20bc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ab3e20bc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ab3e20bc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ab3e20bc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ab3e20bc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ab3e20bc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ab3e20bc8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ab3e20bc8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ab3e20bc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ab3e20bc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ab3e20bc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ab3e20bc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1731e8ef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11731e8ef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ab3e20bc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ab3e20bc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ab3e20bc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1ab3e20bc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ab3e20bc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1ab3e20bc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ab3e20bc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ab3e20bc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ab3e20bc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ab3e20bc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ab3e20bc8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1ab3e20bc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1731e8ef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11731e8ef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726900" y="19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877100" y="1267125"/>
            <a:ext cx="38289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This report presents an analysis of the performance of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Sardine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fish freshness classification model with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app testing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manual testing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just the softness model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The analysis is based on confusion matrices provided for each date.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5254450" y="323613"/>
            <a:ext cx="376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sz="23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39300" y="896325"/>
            <a:ext cx="28608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Actual Values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</a:t>
            </a:r>
            <a:r>
              <a:rPr lang="en" sz="1300"/>
              <a:t> Good             </a:t>
            </a:r>
            <a:r>
              <a:rPr lang="en" sz="1300"/>
              <a:t>Bad     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   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Good	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                    </a:t>
            </a:r>
            <a:endParaRPr sz="13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    Bad</a:t>
            </a:r>
            <a:endParaRPr sz="1300"/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6211950" y="163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712525"/>
                <a:gridCol w="712525"/>
              </a:tblGrid>
              <a:tr h="729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FP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FN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TN</a:t>
                      </a:r>
                      <a:endParaRPr sz="500"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 rot="-5400000">
            <a:off x="4370225" y="2026275"/>
            <a:ext cx="1923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053000" y="3224650"/>
            <a:ext cx="21600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TP = True Positives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FP = False Positives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FN = False Negatives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TN = True Negatives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715000" y="1183000"/>
            <a:ext cx="79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Performance metrics, including accuracy, precision, recall, and F1-score, have been calculated for each date using the provided data and confusion matrices.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Accuracy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gives the overall correctness of the predictions.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Precision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measures how many of the predicted positive cases were actually positive.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Recall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measures how many of the actual positive cases were correctly predicted.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F1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score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is the harmonic mean of precision and recall and provides a balance between them.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642300" y="4450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Metrics Calculation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782250" y="939175"/>
            <a:ext cx="740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Accuracy = (Correct predictions) / (Total predictions)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Precision = (True Positives) / (True Positives + False Positives)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Recall = (True Positives) / (True Positives + False Negatives)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F1-Score = 2 * (Precision * Recall) / (Precision + Recall)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Testing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Nov-12-2024(Sardine)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" name="Google Shape;97;p1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Nov-21-2024(Sardine)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2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7" name="Google Shape;117;p2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Nov-26-2024(Sardine)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4" name="Google Shape;124;p2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2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7" name="Google Shape;127;p2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Sardine(12-Nov-24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4" name="Google Shape;134;p2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7" name="Google Shape;137;p2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01-Dec-24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Testing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Nov-12-2024(Sardine)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0" name="Google Shape;150;p2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2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" name="Google Shape;153;p2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0" name="Google Shape;160;p2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3" name="Google Shape;163;p2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0" name="Google Shape;170;p2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2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3" name="Google Shape;173;p2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Nov-21-2024(Sardine)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0" name="Google Shape;180;p2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2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" name="Google Shape;183;p2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Nov-26-2024(Sardine)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0" name="Google Shape;190;p2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3" name="Google Shape;193;p2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Sardine(12-Nov-24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0" name="Google Shape;200;p2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" name="Google Shape;204;p29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01-Dec-24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Softness Model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Nov-12-2024(Sardine)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3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9" name="Google Shape;219;p3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Nov-14-2024(Sardine)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6" name="Google Shape;226;p3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3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9" name="Google Shape;229;p3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Nov-19-2024(Sardine)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6" name="Google Shape;236;p3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3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9" name="Google Shape;239;p3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Nov-21-2024(Sardine)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3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9" name="Google Shape;249;p3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Nov-26-2024(Sardine)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56" name="Google Shape;256;p3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3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9" name="Google Shape;259;p3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Sardine(12-Nov-24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3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9" name="Google Shape;269;p3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{3D8C6F61-DBFC-41F2-96F7-B672EE2427AD}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599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0" name="Google Shape;270;p36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01-Dec-24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	</a:t>
            </a:r>
            <a:endParaRPr/>
          </a:p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These results are of sardine app testing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App testing results gave overall accuracy </a:t>
            </a:r>
            <a:r>
              <a:rPr b="1" lang="en"/>
              <a:t>5</a:t>
            </a:r>
            <a:r>
              <a:rPr b="1" lang="en"/>
              <a:t>2%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Manual </a:t>
            </a:r>
            <a:r>
              <a:rPr lang="en"/>
              <a:t>testing results gave overall accuracy </a:t>
            </a:r>
            <a:r>
              <a:rPr b="1" lang="en"/>
              <a:t>49%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Only Softness model</a:t>
            </a:r>
            <a:r>
              <a:rPr lang="en"/>
              <a:t> gave overall accuracy </a:t>
            </a:r>
            <a:r>
              <a:rPr b="1" lang="en"/>
              <a:t>81%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