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222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206.xml"/>
  <Override ContentType="application/vnd.openxmlformats-officedocument.presentationml.notesSlide+xml" PartName="/ppt/notesSlides/notesSlide230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4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3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29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3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225.xml"/>
  <Override ContentType="application/vnd.openxmlformats-officedocument.presentationml.notesSlide+xml" PartName="/ppt/notesSlides/notesSlide2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213.xml"/>
  <Override ContentType="application/vnd.openxmlformats-officedocument.presentationml.notesSlide+xml" PartName="/ppt/notesSlides/notesSlide223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231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24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217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35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2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245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218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224.xml"/>
  <Override ContentType="application/vnd.openxmlformats-officedocument.presentationml.notesSlide+xml" PartName="/ppt/notesSlides/notesSlide241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207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239.xml"/>
  <Override ContentType="application/vnd.openxmlformats-officedocument.presentationml.notesSlide+xml" PartName="/ppt/notesSlides/notesSlide24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23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16.xml"/>
  <Override ContentType="application/vnd.openxmlformats-officedocument.presentationml.notesSlide+xml" PartName="/ppt/notesSlides/notesSlide227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21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36.xml"/>
  <Override ContentType="application/vnd.openxmlformats-officedocument.presentationml.notesSlide+xml" PartName="/ppt/notesSlides/notesSlide244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0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212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21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205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233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221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43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26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09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37.xml"/>
  <Override ContentType="application/vnd.openxmlformats-officedocument.presentationml.notesSlide+xml" PartName="/ppt/notesSlides/notesSlide211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210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237.xml"/>
  <Override ContentType="application/vnd.openxmlformats-officedocument.presentationml.slide+xml" PartName="/ppt/slides/slide51.xml"/>
  <Override ContentType="application/vnd.openxmlformats-officedocument.presentationml.slide+xml" PartName="/ppt/slides/slide245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217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233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229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214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20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242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225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201.xml"/>
  <Override ContentType="application/vnd.openxmlformats-officedocument.presentationml.slide+xml" PartName="/ppt/slides/slide244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211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23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216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221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215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222.xml"/>
  <Override ContentType="application/vnd.openxmlformats-officedocument.presentationml.slide+xml" PartName="/ppt/slides/slide205.xml"/>
  <Override ContentType="application/vnd.openxmlformats-officedocument.presentationml.slide+xml" PartName="/ppt/slides/slide160.xml"/>
  <Override ContentType="application/vnd.openxmlformats-officedocument.presentationml.slide+xml" PartName="/ppt/slides/slide232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26.xml"/>
  <Override ContentType="application/vnd.openxmlformats-officedocument.presentationml.slide+xml" PartName="/ppt/slides/slide28.xml"/>
  <Override ContentType="application/vnd.openxmlformats-officedocument.presentationml.slide+xml" PartName="/ppt/slides/slide209.xml"/>
  <Override ContentType="application/vnd.openxmlformats-officedocument.presentationml.slide+xml" PartName="/ppt/slides/slide200.xml"/>
  <Override ContentType="application/vnd.openxmlformats-officedocument.presentationml.slide+xml" PartName="/ppt/slides/slide243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227.xml"/>
  <Override ContentType="application/vnd.openxmlformats-officedocument.presentationml.slide+xml" PartName="/ppt/slides/slide33.xml"/>
  <Override ContentType="application/vnd.openxmlformats-officedocument.presentationml.slide+xml" PartName="/ppt/slides/slide219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220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235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3.xml"/>
  <Override ContentType="application/vnd.openxmlformats-officedocument.presentationml.slide+xml" PartName="/ppt/slides/slide240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231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212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238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208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22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218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246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234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207.xml"/>
  <Override ContentType="application/vnd.openxmlformats-officedocument.presentationml.slide+xml" PartName="/ppt/slides/slide224.xml"/>
  <Override ContentType="application/vnd.openxmlformats-officedocument.presentationml.slide+xml" PartName="/ppt/slides/slide47.xml"/>
  <Override ContentType="application/vnd.openxmlformats-officedocument.presentationml.slide+xml" PartName="/ppt/slides/slide241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213.xml"/>
  <Override ContentType="application/vnd.openxmlformats-officedocument.presentationml.slide+xml" PartName="/ppt/slides/slide58.xml"/>
  <Override ContentType="application/vnd.openxmlformats-officedocument.presentationml.slide+xml" PartName="/ppt/slides/slide239.xml"/>
  <Override ContentType="application/vnd.openxmlformats-officedocument.presentationml.slide+xml" PartName="/ppt/slides/slide15.xml"/>
  <Override ContentType="application/vnd.openxmlformats-officedocument.presentationml.slide+xml" PartName="/ppt/slides/slide230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F74707-49AE-492D-8A35-DDE073298DCE}">
  <a:tblStyle styleId="{88F74707-49AE-492D-8A35-DDE073298D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190" Type="http://schemas.openxmlformats.org/officeDocument/2006/relationships/slide" Target="slides/slide18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194" Type="http://schemas.openxmlformats.org/officeDocument/2006/relationships/slide" Target="slides/slide188.xml"/><Relationship Id="rId43" Type="http://schemas.openxmlformats.org/officeDocument/2006/relationships/slide" Target="slides/slide37.xml"/><Relationship Id="rId193" Type="http://schemas.openxmlformats.org/officeDocument/2006/relationships/slide" Target="slides/slide187.xml"/><Relationship Id="rId46" Type="http://schemas.openxmlformats.org/officeDocument/2006/relationships/slide" Target="slides/slide40.xml"/><Relationship Id="rId192" Type="http://schemas.openxmlformats.org/officeDocument/2006/relationships/slide" Target="slides/slide186.xml"/><Relationship Id="rId45" Type="http://schemas.openxmlformats.org/officeDocument/2006/relationships/slide" Target="slides/slide39.xml"/><Relationship Id="rId191" Type="http://schemas.openxmlformats.org/officeDocument/2006/relationships/slide" Target="slides/slide185.xml"/><Relationship Id="rId48" Type="http://schemas.openxmlformats.org/officeDocument/2006/relationships/slide" Target="slides/slide42.xml"/><Relationship Id="rId187" Type="http://schemas.openxmlformats.org/officeDocument/2006/relationships/slide" Target="slides/slide181.xml"/><Relationship Id="rId47" Type="http://schemas.openxmlformats.org/officeDocument/2006/relationships/slide" Target="slides/slide41.xml"/><Relationship Id="rId186" Type="http://schemas.openxmlformats.org/officeDocument/2006/relationships/slide" Target="slides/slide180.xml"/><Relationship Id="rId185" Type="http://schemas.openxmlformats.org/officeDocument/2006/relationships/slide" Target="slides/slide179.xml"/><Relationship Id="rId49" Type="http://schemas.openxmlformats.org/officeDocument/2006/relationships/slide" Target="slides/slide43.xml"/><Relationship Id="rId184" Type="http://schemas.openxmlformats.org/officeDocument/2006/relationships/slide" Target="slides/slide178.xml"/><Relationship Id="rId189" Type="http://schemas.openxmlformats.org/officeDocument/2006/relationships/slide" Target="slides/slide183.xml"/><Relationship Id="rId188" Type="http://schemas.openxmlformats.org/officeDocument/2006/relationships/slide" Target="slides/slide18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183" Type="http://schemas.openxmlformats.org/officeDocument/2006/relationships/slide" Target="slides/slide177.xml"/><Relationship Id="rId32" Type="http://schemas.openxmlformats.org/officeDocument/2006/relationships/slide" Target="slides/slide26.xml"/><Relationship Id="rId182" Type="http://schemas.openxmlformats.org/officeDocument/2006/relationships/slide" Target="slides/slide176.xml"/><Relationship Id="rId35" Type="http://schemas.openxmlformats.org/officeDocument/2006/relationships/slide" Target="slides/slide29.xml"/><Relationship Id="rId181" Type="http://schemas.openxmlformats.org/officeDocument/2006/relationships/slide" Target="slides/slide175.xml"/><Relationship Id="rId34" Type="http://schemas.openxmlformats.org/officeDocument/2006/relationships/slide" Target="slides/slide28.xml"/><Relationship Id="rId180" Type="http://schemas.openxmlformats.org/officeDocument/2006/relationships/slide" Target="slides/slide174.xml"/><Relationship Id="rId37" Type="http://schemas.openxmlformats.org/officeDocument/2006/relationships/slide" Target="slides/slide31.xml"/><Relationship Id="rId176" Type="http://schemas.openxmlformats.org/officeDocument/2006/relationships/slide" Target="slides/slide170.xml"/><Relationship Id="rId36" Type="http://schemas.openxmlformats.org/officeDocument/2006/relationships/slide" Target="slides/slide30.xml"/><Relationship Id="rId175" Type="http://schemas.openxmlformats.org/officeDocument/2006/relationships/slide" Target="slides/slide169.xml"/><Relationship Id="rId39" Type="http://schemas.openxmlformats.org/officeDocument/2006/relationships/slide" Target="slides/slide33.xml"/><Relationship Id="rId174" Type="http://schemas.openxmlformats.org/officeDocument/2006/relationships/slide" Target="slides/slide168.xml"/><Relationship Id="rId38" Type="http://schemas.openxmlformats.org/officeDocument/2006/relationships/slide" Target="slides/slide32.xml"/><Relationship Id="rId173" Type="http://schemas.openxmlformats.org/officeDocument/2006/relationships/slide" Target="slides/slide167.xml"/><Relationship Id="rId179" Type="http://schemas.openxmlformats.org/officeDocument/2006/relationships/slide" Target="slides/slide173.xml"/><Relationship Id="rId178" Type="http://schemas.openxmlformats.org/officeDocument/2006/relationships/slide" Target="slides/slide172.xml"/><Relationship Id="rId177" Type="http://schemas.openxmlformats.org/officeDocument/2006/relationships/slide" Target="slides/slide171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98" Type="http://schemas.openxmlformats.org/officeDocument/2006/relationships/slide" Target="slides/slide192.xml"/><Relationship Id="rId14" Type="http://schemas.openxmlformats.org/officeDocument/2006/relationships/slide" Target="slides/slide8.xml"/><Relationship Id="rId197" Type="http://schemas.openxmlformats.org/officeDocument/2006/relationships/slide" Target="slides/slide191.xml"/><Relationship Id="rId17" Type="http://schemas.openxmlformats.org/officeDocument/2006/relationships/slide" Target="slides/slide11.xml"/><Relationship Id="rId196" Type="http://schemas.openxmlformats.org/officeDocument/2006/relationships/slide" Target="slides/slide190.xml"/><Relationship Id="rId16" Type="http://schemas.openxmlformats.org/officeDocument/2006/relationships/slide" Target="slides/slide10.xml"/><Relationship Id="rId195" Type="http://schemas.openxmlformats.org/officeDocument/2006/relationships/slide" Target="slides/slide189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99" Type="http://schemas.openxmlformats.org/officeDocument/2006/relationships/slide" Target="slides/slide193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150" Type="http://schemas.openxmlformats.org/officeDocument/2006/relationships/slide" Target="slides/slide144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3.xml"/><Relationship Id="rId4" Type="http://schemas.openxmlformats.org/officeDocument/2006/relationships/tableStyles" Target="tableStyles.xml"/><Relationship Id="rId148" Type="http://schemas.openxmlformats.org/officeDocument/2006/relationships/slide" Target="slides/slide142.xml"/><Relationship Id="rId9" Type="http://schemas.openxmlformats.org/officeDocument/2006/relationships/slide" Target="slides/slide3.xml"/><Relationship Id="rId143" Type="http://schemas.openxmlformats.org/officeDocument/2006/relationships/slide" Target="slides/slide137.xml"/><Relationship Id="rId142" Type="http://schemas.openxmlformats.org/officeDocument/2006/relationships/slide" Target="slides/slide136.xml"/><Relationship Id="rId141" Type="http://schemas.openxmlformats.org/officeDocument/2006/relationships/slide" Target="slides/slide135.xml"/><Relationship Id="rId140" Type="http://schemas.openxmlformats.org/officeDocument/2006/relationships/slide" Target="slides/slide134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1.xml"/><Relationship Id="rId6" Type="http://schemas.openxmlformats.org/officeDocument/2006/relationships/notesMaster" Target="notesMasters/notesMaster1.xml"/><Relationship Id="rId146" Type="http://schemas.openxmlformats.org/officeDocument/2006/relationships/slide" Target="slides/slide140.xml"/><Relationship Id="rId7" Type="http://schemas.openxmlformats.org/officeDocument/2006/relationships/slide" Target="slides/slide1.xml"/><Relationship Id="rId145" Type="http://schemas.openxmlformats.org/officeDocument/2006/relationships/slide" Target="slides/slide139.xml"/><Relationship Id="rId8" Type="http://schemas.openxmlformats.org/officeDocument/2006/relationships/slide" Target="slides/slide2.xml"/><Relationship Id="rId144" Type="http://schemas.openxmlformats.org/officeDocument/2006/relationships/slide" Target="slides/slide13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137" Type="http://schemas.openxmlformats.org/officeDocument/2006/relationships/slide" Target="slides/slide131.xml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252" Type="http://schemas.openxmlformats.org/officeDocument/2006/relationships/slide" Target="slides/slide246.xml"/><Relationship Id="rId130" Type="http://schemas.openxmlformats.org/officeDocument/2006/relationships/slide" Target="slides/slide124.xml"/><Relationship Id="rId251" Type="http://schemas.openxmlformats.org/officeDocument/2006/relationships/slide" Target="slides/slide245.xml"/><Relationship Id="rId250" Type="http://schemas.openxmlformats.org/officeDocument/2006/relationships/slide" Target="slides/slide244.xml"/><Relationship Id="rId136" Type="http://schemas.openxmlformats.org/officeDocument/2006/relationships/slide" Target="slides/slide130.xml"/><Relationship Id="rId135" Type="http://schemas.openxmlformats.org/officeDocument/2006/relationships/slide" Target="slides/slide129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172" Type="http://schemas.openxmlformats.org/officeDocument/2006/relationships/slide" Target="slides/slide166.xml"/><Relationship Id="rId65" Type="http://schemas.openxmlformats.org/officeDocument/2006/relationships/slide" Target="slides/slide59.xml"/><Relationship Id="rId171" Type="http://schemas.openxmlformats.org/officeDocument/2006/relationships/slide" Target="slides/slide165.xml"/><Relationship Id="rId68" Type="http://schemas.openxmlformats.org/officeDocument/2006/relationships/slide" Target="slides/slide62.xml"/><Relationship Id="rId170" Type="http://schemas.openxmlformats.org/officeDocument/2006/relationships/slide" Target="slides/slide164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165" Type="http://schemas.openxmlformats.org/officeDocument/2006/relationships/slide" Target="slides/slide159.xml"/><Relationship Id="rId69" Type="http://schemas.openxmlformats.org/officeDocument/2006/relationships/slide" Target="slides/slide63.xml"/><Relationship Id="rId164" Type="http://schemas.openxmlformats.org/officeDocument/2006/relationships/slide" Target="slides/slide158.xml"/><Relationship Id="rId163" Type="http://schemas.openxmlformats.org/officeDocument/2006/relationships/slide" Target="slides/slide157.xml"/><Relationship Id="rId162" Type="http://schemas.openxmlformats.org/officeDocument/2006/relationships/slide" Target="slides/slide156.xml"/><Relationship Id="rId169" Type="http://schemas.openxmlformats.org/officeDocument/2006/relationships/slide" Target="slides/slide163.xml"/><Relationship Id="rId168" Type="http://schemas.openxmlformats.org/officeDocument/2006/relationships/slide" Target="slides/slide162.xml"/><Relationship Id="rId167" Type="http://schemas.openxmlformats.org/officeDocument/2006/relationships/slide" Target="slides/slide161.xml"/><Relationship Id="rId166" Type="http://schemas.openxmlformats.org/officeDocument/2006/relationships/slide" Target="slides/slide160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161" Type="http://schemas.openxmlformats.org/officeDocument/2006/relationships/slide" Target="slides/slide155.xml"/><Relationship Id="rId54" Type="http://schemas.openxmlformats.org/officeDocument/2006/relationships/slide" Target="slides/slide48.xml"/><Relationship Id="rId160" Type="http://schemas.openxmlformats.org/officeDocument/2006/relationships/slide" Target="slides/slide154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159" Type="http://schemas.openxmlformats.org/officeDocument/2006/relationships/slide" Target="slides/slide153.xml"/><Relationship Id="rId59" Type="http://schemas.openxmlformats.org/officeDocument/2006/relationships/slide" Target="slides/slide53.xml"/><Relationship Id="rId154" Type="http://schemas.openxmlformats.org/officeDocument/2006/relationships/slide" Target="slides/slide148.xml"/><Relationship Id="rId58" Type="http://schemas.openxmlformats.org/officeDocument/2006/relationships/slide" Target="slides/slide52.xml"/><Relationship Id="rId153" Type="http://schemas.openxmlformats.org/officeDocument/2006/relationships/slide" Target="slides/slide147.xml"/><Relationship Id="rId152" Type="http://schemas.openxmlformats.org/officeDocument/2006/relationships/slide" Target="slides/slide146.xml"/><Relationship Id="rId151" Type="http://schemas.openxmlformats.org/officeDocument/2006/relationships/slide" Target="slides/slide145.xml"/><Relationship Id="rId158" Type="http://schemas.openxmlformats.org/officeDocument/2006/relationships/slide" Target="slides/slide152.xml"/><Relationship Id="rId157" Type="http://schemas.openxmlformats.org/officeDocument/2006/relationships/slide" Target="slides/slide151.xml"/><Relationship Id="rId156" Type="http://schemas.openxmlformats.org/officeDocument/2006/relationships/slide" Target="slides/slide150.xml"/><Relationship Id="rId155" Type="http://schemas.openxmlformats.org/officeDocument/2006/relationships/slide" Target="slides/slide149.xml"/><Relationship Id="rId107" Type="http://schemas.openxmlformats.org/officeDocument/2006/relationships/slide" Target="slides/slide101.xml"/><Relationship Id="rId228" Type="http://schemas.openxmlformats.org/officeDocument/2006/relationships/slide" Target="slides/slide222.xml"/><Relationship Id="rId106" Type="http://schemas.openxmlformats.org/officeDocument/2006/relationships/slide" Target="slides/slide100.xml"/><Relationship Id="rId227" Type="http://schemas.openxmlformats.org/officeDocument/2006/relationships/slide" Target="slides/slide221.xml"/><Relationship Id="rId105" Type="http://schemas.openxmlformats.org/officeDocument/2006/relationships/slide" Target="slides/slide99.xml"/><Relationship Id="rId226" Type="http://schemas.openxmlformats.org/officeDocument/2006/relationships/slide" Target="slides/slide220.xml"/><Relationship Id="rId104" Type="http://schemas.openxmlformats.org/officeDocument/2006/relationships/slide" Target="slides/slide98.xml"/><Relationship Id="rId225" Type="http://schemas.openxmlformats.org/officeDocument/2006/relationships/slide" Target="slides/slide219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229" Type="http://schemas.openxmlformats.org/officeDocument/2006/relationships/slide" Target="slides/slide223.xml"/><Relationship Id="rId220" Type="http://schemas.openxmlformats.org/officeDocument/2006/relationships/slide" Target="slides/slide214.xml"/><Relationship Id="rId103" Type="http://schemas.openxmlformats.org/officeDocument/2006/relationships/slide" Target="slides/slide97.xml"/><Relationship Id="rId224" Type="http://schemas.openxmlformats.org/officeDocument/2006/relationships/slide" Target="slides/slide218.xml"/><Relationship Id="rId102" Type="http://schemas.openxmlformats.org/officeDocument/2006/relationships/slide" Target="slides/slide96.xml"/><Relationship Id="rId223" Type="http://schemas.openxmlformats.org/officeDocument/2006/relationships/slide" Target="slides/slide217.xml"/><Relationship Id="rId101" Type="http://schemas.openxmlformats.org/officeDocument/2006/relationships/slide" Target="slides/slide95.xml"/><Relationship Id="rId222" Type="http://schemas.openxmlformats.org/officeDocument/2006/relationships/slide" Target="slides/slide216.xml"/><Relationship Id="rId100" Type="http://schemas.openxmlformats.org/officeDocument/2006/relationships/slide" Target="slides/slide94.xml"/><Relationship Id="rId221" Type="http://schemas.openxmlformats.org/officeDocument/2006/relationships/slide" Target="slides/slide215.xml"/><Relationship Id="rId217" Type="http://schemas.openxmlformats.org/officeDocument/2006/relationships/slide" Target="slides/slide211.xml"/><Relationship Id="rId216" Type="http://schemas.openxmlformats.org/officeDocument/2006/relationships/slide" Target="slides/slide210.xml"/><Relationship Id="rId215" Type="http://schemas.openxmlformats.org/officeDocument/2006/relationships/slide" Target="slides/slide209.xml"/><Relationship Id="rId214" Type="http://schemas.openxmlformats.org/officeDocument/2006/relationships/slide" Target="slides/slide208.xml"/><Relationship Id="rId219" Type="http://schemas.openxmlformats.org/officeDocument/2006/relationships/slide" Target="slides/slide213.xml"/><Relationship Id="rId218" Type="http://schemas.openxmlformats.org/officeDocument/2006/relationships/slide" Target="slides/slide212.xml"/><Relationship Id="rId213" Type="http://schemas.openxmlformats.org/officeDocument/2006/relationships/slide" Target="slides/slide207.xml"/><Relationship Id="rId212" Type="http://schemas.openxmlformats.org/officeDocument/2006/relationships/slide" Target="slides/slide206.xml"/><Relationship Id="rId211" Type="http://schemas.openxmlformats.org/officeDocument/2006/relationships/slide" Target="slides/slide205.xml"/><Relationship Id="rId210" Type="http://schemas.openxmlformats.org/officeDocument/2006/relationships/slide" Target="slides/slide204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249" Type="http://schemas.openxmlformats.org/officeDocument/2006/relationships/slide" Target="slides/slide243.xml"/><Relationship Id="rId127" Type="http://schemas.openxmlformats.org/officeDocument/2006/relationships/slide" Target="slides/slide121.xml"/><Relationship Id="rId248" Type="http://schemas.openxmlformats.org/officeDocument/2006/relationships/slide" Target="slides/slide242.xml"/><Relationship Id="rId126" Type="http://schemas.openxmlformats.org/officeDocument/2006/relationships/slide" Target="slides/slide120.xml"/><Relationship Id="rId247" Type="http://schemas.openxmlformats.org/officeDocument/2006/relationships/slide" Target="slides/slide241.xml"/><Relationship Id="rId121" Type="http://schemas.openxmlformats.org/officeDocument/2006/relationships/slide" Target="slides/slide115.xml"/><Relationship Id="rId242" Type="http://schemas.openxmlformats.org/officeDocument/2006/relationships/slide" Target="slides/slide236.xml"/><Relationship Id="rId120" Type="http://schemas.openxmlformats.org/officeDocument/2006/relationships/slide" Target="slides/slide114.xml"/><Relationship Id="rId241" Type="http://schemas.openxmlformats.org/officeDocument/2006/relationships/slide" Target="slides/slide235.xml"/><Relationship Id="rId240" Type="http://schemas.openxmlformats.org/officeDocument/2006/relationships/slide" Target="slides/slide234.xml"/><Relationship Id="rId125" Type="http://schemas.openxmlformats.org/officeDocument/2006/relationships/slide" Target="slides/slide119.xml"/><Relationship Id="rId246" Type="http://schemas.openxmlformats.org/officeDocument/2006/relationships/slide" Target="slides/slide240.xml"/><Relationship Id="rId124" Type="http://schemas.openxmlformats.org/officeDocument/2006/relationships/slide" Target="slides/slide118.xml"/><Relationship Id="rId245" Type="http://schemas.openxmlformats.org/officeDocument/2006/relationships/slide" Target="slides/slide239.xml"/><Relationship Id="rId123" Type="http://schemas.openxmlformats.org/officeDocument/2006/relationships/slide" Target="slides/slide117.xml"/><Relationship Id="rId244" Type="http://schemas.openxmlformats.org/officeDocument/2006/relationships/slide" Target="slides/slide238.xml"/><Relationship Id="rId122" Type="http://schemas.openxmlformats.org/officeDocument/2006/relationships/slide" Target="slides/slide116.xml"/><Relationship Id="rId243" Type="http://schemas.openxmlformats.org/officeDocument/2006/relationships/slide" Target="slides/slide237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99" Type="http://schemas.openxmlformats.org/officeDocument/2006/relationships/slide" Target="slides/slide93.xml"/><Relationship Id="rId98" Type="http://schemas.openxmlformats.org/officeDocument/2006/relationships/slide" Target="slides/slide92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239" Type="http://schemas.openxmlformats.org/officeDocument/2006/relationships/slide" Target="slides/slide233.xml"/><Relationship Id="rId117" Type="http://schemas.openxmlformats.org/officeDocument/2006/relationships/slide" Target="slides/slide111.xml"/><Relationship Id="rId238" Type="http://schemas.openxmlformats.org/officeDocument/2006/relationships/slide" Target="slides/slide232.xml"/><Relationship Id="rId116" Type="http://schemas.openxmlformats.org/officeDocument/2006/relationships/slide" Target="slides/slide110.xml"/><Relationship Id="rId237" Type="http://schemas.openxmlformats.org/officeDocument/2006/relationships/slide" Target="slides/slide231.xml"/><Relationship Id="rId115" Type="http://schemas.openxmlformats.org/officeDocument/2006/relationships/slide" Target="slides/slide109.xml"/><Relationship Id="rId236" Type="http://schemas.openxmlformats.org/officeDocument/2006/relationships/slide" Target="slides/slide230.xml"/><Relationship Id="rId119" Type="http://schemas.openxmlformats.org/officeDocument/2006/relationships/slide" Target="slides/slide113.xml"/><Relationship Id="rId110" Type="http://schemas.openxmlformats.org/officeDocument/2006/relationships/slide" Target="slides/slide104.xml"/><Relationship Id="rId231" Type="http://schemas.openxmlformats.org/officeDocument/2006/relationships/slide" Target="slides/slide225.xml"/><Relationship Id="rId230" Type="http://schemas.openxmlformats.org/officeDocument/2006/relationships/slide" Target="slides/slide224.xml"/><Relationship Id="rId114" Type="http://schemas.openxmlformats.org/officeDocument/2006/relationships/slide" Target="slides/slide108.xml"/><Relationship Id="rId235" Type="http://schemas.openxmlformats.org/officeDocument/2006/relationships/slide" Target="slides/slide229.xml"/><Relationship Id="rId113" Type="http://schemas.openxmlformats.org/officeDocument/2006/relationships/slide" Target="slides/slide107.xml"/><Relationship Id="rId234" Type="http://schemas.openxmlformats.org/officeDocument/2006/relationships/slide" Target="slides/slide228.xml"/><Relationship Id="rId112" Type="http://schemas.openxmlformats.org/officeDocument/2006/relationships/slide" Target="slides/slide106.xml"/><Relationship Id="rId233" Type="http://schemas.openxmlformats.org/officeDocument/2006/relationships/slide" Target="slides/slide227.xml"/><Relationship Id="rId111" Type="http://schemas.openxmlformats.org/officeDocument/2006/relationships/slide" Target="slides/slide105.xml"/><Relationship Id="rId232" Type="http://schemas.openxmlformats.org/officeDocument/2006/relationships/slide" Target="slides/slide226.xml"/><Relationship Id="rId206" Type="http://schemas.openxmlformats.org/officeDocument/2006/relationships/slide" Target="slides/slide200.xml"/><Relationship Id="rId205" Type="http://schemas.openxmlformats.org/officeDocument/2006/relationships/slide" Target="slides/slide199.xml"/><Relationship Id="rId204" Type="http://schemas.openxmlformats.org/officeDocument/2006/relationships/slide" Target="slides/slide198.xml"/><Relationship Id="rId203" Type="http://schemas.openxmlformats.org/officeDocument/2006/relationships/slide" Target="slides/slide197.xml"/><Relationship Id="rId209" Type="http://schemas.openxmlformats.org/officeDocument/2006/relationships/slide" Target="slides/slide203.xml"/><Relationship Id="rId208" Type="http://schemas.openxmlformats.org/officeDocument/2006/relationships/slide" Target="slides/slide202.xml"/><Relationship Id="rId207" Type="http://schemas.openxmlformats.org/officeDocument/2006/relationships/slide" Target="slides/slide201.xml"/><Relationship Id="rId202" Type="http://schemas.openxmlformats.org/officeDocument/2006/relationships/slide" Target="slides/slide196.xml"/><Relationship Id="rId201" Type="http://schemas.openxmlformats.org/officeDocument/2006/relationships/slide" Target="slides/slide195.xml"/><Relationship Id="rId200" Type="http://schemas.openxmlformats.org/officeDocument/2006/relationships/slide" Target="slides/slide19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acf0c442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acf0c442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acf0c4423_0_2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acf0c4423_0_2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acf0c4423_0_2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acf0c4423_0_2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acf0c4423_0_2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acf0c4423_0_2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7acf0c4423_0_2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7acf0c4423_0_2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71e5c7d3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71e5c7d3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7acf0c4423_0_2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7acf0c4423_0_2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acf0c4423_0_2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acf0c4423_0_2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7acf0c4423_0_2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7acf0c4423_0_2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7acf0c4423_0_2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7acf0c4423_0_2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e42c958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e42c958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455c09ae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455c09ae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455c09ae2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455c09ae2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477fb95e3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477fb95e3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477fb95e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477fb95e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8cdabae3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8cdabae3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92079bcb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92079bcb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6094ce8c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6094ce8c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627b525af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627b525af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627b525af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627b525af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a1e674c2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a1e674c2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a572ec50c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a572ec50c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a572ec50cc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a572ec50cc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a572ec50cc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a572ec50cc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a572ec50cc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a572ec50cc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6411cb8d2b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6411cb8d2b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6411cb8d2b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6411cb8d2b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6411cb8d2b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6411cb8d2b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411cb8d2b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411cb8d2b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6478a21a6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6478a21a6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ab1058445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ab1058445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acd4398f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acd4398f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acd4398f0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acd4398f0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aed8ad45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aed8ad45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aed8ad453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aed8ad453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aed8ad453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aed8ad453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b1bf1402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b1bf1402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b1bf14021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b1bf14021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b81e472f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b81e472f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b81e472fd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b81e472fd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b81e472fd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b81e472fd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b81e472fd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b81e472fd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ba8c328c0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ba8c328c0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ba8c328c0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2ba8c328c0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bcf2879c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bcf2879c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bcf2879cf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bcf2879cf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bcf2879cf4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2bcf2879cf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6aa5d014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26aa5d014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6aa5d014e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6aa5d014e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6bc20781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6bc20781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6bc20781c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26bc20781c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6bc20781cd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26bc20781cd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6bc20781cd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26bc20781cd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2c6c7ae88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2c6c7ae88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2c6c7ae88f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2c6c7ae88f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c6c7ae88f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2c6c7ae88f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c76d0369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2c76d0369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2c76d03694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2c76d03694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c76d03694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c76d03694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26d81f709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26d81f709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6d81f7093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26d81f7093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2cc250312e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2cc250312e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cc250312e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2cc250312e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6fb0c086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26fb0c086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2704e6e49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2704e6e49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e07d6bd1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2e07d6bd1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2dc181c52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2dc181c52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e07d6bd1d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2e07d6bd1d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2e47a2a4c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2e47a2a4c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e63307e34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2e63307e34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e8942d88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e8942d88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ec15b7c9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2ec15b7c9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ec15b7c9e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ec15b7c9e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ec15b7c9e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ec15b7c9e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f08802cb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f08802cb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f08802cb1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f08802cb1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f3e52b37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f3e52b37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2f3e52b379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f3e52b379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2892de06a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2892de06a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0ce21474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30ce21474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0ce214740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30ce214740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116ffc3e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3116ffc3e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116ffc3e2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3116ffc3e2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116ffc3e2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3116ffc3e2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145bead3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145bead3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145bead36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3145bead36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1b152e9c2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1b152e9c2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1b152e9c2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1b152e9c2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1b152e9c2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31b152e9c2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1b152e9c2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31b152e9c2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20dc8649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20dc8649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a4a64378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a4a64378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2a4a643783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2a4a643783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2a4a643783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2a4a643783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2a4b74d5c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2a4b74d5c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271e5c7d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3271e5c7d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271e5c7d3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3271e5c7d3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2a3a7f02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32a3a7f02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2a3a7f02f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32a3a7f02f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2a572ec50cc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2a572ec50cc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27e42c9588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27e42c9588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2455c09ae2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2455c09ae2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455c09ae2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455c09ae2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2477fb95e3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2477fb95e3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2477fb95e3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2477fb95e3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477fb95e3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2477fb95e3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28482b65c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28482b65c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28893e90f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28893e90f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28cdabae3bf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28cdabae3bf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28cdabae3bf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28cdabae3b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292079bcb3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292079bcb3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294bf44fd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294bf44fd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2614ca91b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" name="Google Shape;1161;g2614ca91b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262486b21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262486b21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2627b525a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2627b525a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2627b525af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2627b525af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2a1e674c24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2a1e674c24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2a5a1bd48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2a5a1bd48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2a5a1bd485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2a5a1bd485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2a5a1bd485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2a5a1bd485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26411cb8d2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26411cb8d2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26411cb8d2b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26411cb8d2b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2ab1058445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2ab1058445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2ab3009c56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2ab3009c56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2aed8ad453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6" name="Google Shape;1286;g2aed8ad453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2aed8ad453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2aed8ad453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2b1bf14021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2b1bf14021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2b1bf14021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2b1bf14021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2b81e472fd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2b81e472fd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2ba8c328c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2ba8c328c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2bcf2879cf4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2bcf2879cf4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2bcf2879cf4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2bcf2879cf4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26aa5d014e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26aa5d014e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26aa5d014e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26aa5d014e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26bc20781cd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26bc20781cd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26bc20781cd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26bc20781cd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g26bc20781cd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" name="Google Shape;1406;g26bc20781cd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2c76d03694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6" name="Google Shape;1416;g2c76d03694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2c76d03694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6" name="Google Shape;1426;g2c76d03694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c76d03694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c76d03694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2c76d03694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2c76d03694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2c76d03694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2c76d03694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26d81f7093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26d81f7093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2cc250312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2cc250312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26fb0c0866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26fb0c0866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2704e6e493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2704e6e493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2dc181c524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2dc181c524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2e07d6bd1d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6" name="Google Shape;1516;g2e07d6bd1d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g2e07d6bd1d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6" name="Google Shape;1526;g2e07d6bd1d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2e47a2a4c7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2e47a2a4c7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2e47a2a4c7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2e47a2a4c7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2e63307e34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2e63307e34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2ec15b7c9e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" name="Google Shape;1566;g2ec15b7c9e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2ec15b7c9e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g2ec15b7c9e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g2f08802cb1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6" name="Google Shape;1586;g2f08802cb1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2f08802cb1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" name="Google Shape;1596;g2f08802cb1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2f08802cb1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2f08802cb1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2f3e52b379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2f3e52b379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g2f3e52b379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6" name="Google Shape;1626;g2f3e52b379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2892de06a3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2892de06a3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g3116ffc3e2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6" name="Google Shape;1646;g3116ffc3e2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3116ffc3e2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3116ffc3e2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g3116ffc3e2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6" name="Google Shape;1666;g3116ffc3e2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g3145bead36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6" name="Google Shape;1676;g3145bead36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3145bead36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6" name="Google Shape;1686;g3145bead36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g31b152e9c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6" name="Google Shape;1696;g31b152e9c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g31b152e9c2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6" name="Google Shape;1706;g31b152e9c2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g31b152e9c2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6" name="Google Shape;1716;g31b152e9c2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g31b152e9c2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6" name="Google Shape;1726;g31b152e9c2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g320dc86497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6" name="Google Shape;1736;g320dc86497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g2a4a643783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6" name="Google Shape;1746;g2a4a643783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g2a4a643783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6" name="Google Shape;1756;g2a4a643783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2a4a643783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2a4a643783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g2a4b74d5cb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g2a4b74d5cb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g2a4b74d5cb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6" name="Google Shape;1786;g2a4b74d5cb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3271e5c7d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" name="Google Shape;1796;g3271e5c7d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32a3a7f02f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32a3a7f02f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g32a3a7f02f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6" name="Google Shape;1816;g32a3a7f02f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g2c046e0da7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g2c046e0da7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g2a572ec50cc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2" name="Google Shape;1832;g2a572ec50cc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26411cb8d2b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2" name="Google Shape;1842;g26411cb8d2b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g26411cb8d2b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2" name="Google Shape;1852;g26411cb8d2b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g26411cb8d2b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2" name="Google Shape;1862;g26411cb8d2b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g26478a21a6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2" name="Google Shape;1872;g26478a21a6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g2ab1058445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2" name="Google Shape;1882;g2ab1058445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g2ab1058445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3" name="Google Shape;1893;g2ab1058445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g2ab1058445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3" name="Google Shape;1903;g2ab1058445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g2ab1058445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3" name="Google Shape;1913;g2ab1058445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g2acd4398f0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4" name="Google Shape;1924;g2acd4398f0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g2acd4398f0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4" name="Google Shape;1934;g2acd4398f0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g2acd4398f0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4" name="Google Shape;1944;g2acd4398f0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g2acd4398f0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4" name="Google Shape;1954;g2acd4398f0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2" name="Shape 1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Google Shape;1963;g2aed8ad453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4" name="Google Shape;1964;g2aed8ad453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2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g2aed8ad453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4" name="Google Shape;1974;g2aed8ad453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g2aed8ad453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4" name="Google Shape;1984;g2aed8ad453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g2aed8ad453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4" name="Google Shape;1994;g2aed8ad453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g2b1bf14021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4" name="Google Shape;2004;g2b1bf14021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g2b1bf14021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4" name="Google Shape;2014;g2b1bf14021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g2b1bf14021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4" name="Google Shape;2024;g2b1bf14021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g266a7bbdf4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4" name="Google Shape;2034;g266a7bbdf4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g2b81e472fd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4" name="Google Shape;2044;g2b81e472fd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g2b81e472fd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4" name="Google Shape;2054;g2b81e472fd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g2b81e472fd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4" name="Google Shape;2064;g2b81e472fd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2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g2ba8c328c0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4" name="Google Shape;2074;g2ba8c328c0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2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g2ba8c328c0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4" name="Google Shape;2084;g2ba8c328c0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g2bcf2879cf4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4" name="Google Shape;2094;g2bcf2879cf4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g2bcf2879cf4_3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4" name="Google Shape;2104;g2bcf2879cf4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g2bcf2879cf4_3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4" name="Google Shape;2114;g2bcf2879cf4_3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g2bcf2879cf4_3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4" name="Google Shape;2124;g2bcf2879cf4_3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g26aa5d014e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4" name="Google Shape;2134;g26aa5d014e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g26aa5d014e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4" name="Google Shape;2144;g26aa5d014e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g26bc20781cd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4" name="Google Shape;2154;g26bc20781cd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g26bc20781cd_2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4" name="Google Shape;2164;g26bc20781cd_2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2" name="Shape 2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Google Shape;2173;g26bc20781cd_2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4" name="Google Shape;2174;g26bc20781cd_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2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Google Shape;2183;g26bc20781cd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4" name="Google Shape;2184;g26bc20781cd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g26bc20781cd_2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4" name="Google Shape;2194;g26bc20781cd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2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26bc20781cd_2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4" name="Google Shape;2204;g26bc20781cd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2c76d03694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4" name="Google Shape;2214;g2c76d03694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2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g2c76d03694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4" name="Google Shape;2224;g2c76d03694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g26d81f7093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4" name="Google Shape;2234;g26d81f7093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g26d81f7093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4" name="Google Shape;2244;g26d81f7093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2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" name="Google Shape;2253;g2cc250312e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4" name="Google Shape;2254;g2cc250312e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6fb0c0866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6fb0c0866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2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26fb0c0866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26fb0c0866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2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g26fb0c0866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4" name="Google Shape;2284;g26fb0c0866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2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g2dc181c524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4" name="Google Shape;2294;g2dc181c524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2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2e47a2a4c7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4" name="Google Shape;2304;g2e47a2a4c7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2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g2e63307e3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4" name="Google Shape;2314;g2e63307e3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2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2ec15b7c9e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2ec15b7c9e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2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g2ec15b7c9e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4" name="Google Shape;2334;g2ec15b7c9e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2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43;g2f08802cb1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4" name="Google Shape;2344;g2f08802cb1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2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g2f08802cb1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4" name="Google Shape;2354;g2f08802cb1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2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2f3e52b379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2f3e52b379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g2f3e52b379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4" name="Google Shape;2374;g2f3e52b379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2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2892de06a3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2892de06a3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2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g30ce214740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4" name="Google Shape;2394;g30ce214740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2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g30ce214740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4" name="Google Shape;2404;g30ce214740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2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3" name="Google Shape;2413;g30ce214740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4" name="Google Shape;2414;g30ce214740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2" name="Shape 2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Google Shape;2423;g30ce214740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4" name="Google Shape;2424;g30ce214740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2" name="Shape 2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3" name="Google Shape;2433;g3145bead36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4" name="Google Shape;2434;g3145bead36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2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g2a4b74d5cb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4" name="Google Shape;2444;g2a4b74d5cb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2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g2a4b74d5cb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4" name="Google Shape;2454;g2a4b74d5cb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2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Google Shape;2463;g3271e5c7d3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4" name="Google Shape;2464;g3271e5c7d3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2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3271e5c7d3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3271e5c7d3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2" name="Shape 2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Google Shape;2483;g32a3a7f02f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4" name="Google Shape;2484;g32a3a7f02f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2.xml"/></Relationships>
</file>

<file path=ppt/slides/_rels/slide2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3.xml"/></Relationships>
</file>

<file path=ppt/slides/_rels/slide2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6.xml"/></Relationships>
</file>

<file path=ppt/slides/_rels/slide2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7.xml"/></Relationships>
</file>

<file path=ppt/slides/_rels/slide2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8.xml"/></Relationships>
</file>

<file path=ppt/slides/_rels/slide2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9.xml"/></Relationships>
</file>

<file path=ppt/slides/_rels/slide2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0.xml"/></Relationships>
</file>

<file path=ppt/slides/_rels/slide2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1.xml"/></Relationships>
</file>

<file path=ppt/slides/_rels/slide2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2.xml"/></Relationships>
</file>

<file path=ppt/slides/_rels/slide2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3.xml"/></Relationships>
</file>

<file path=ppt/slides/_rels/slide2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4.xml"/></Relationships>
</file>

<file path=ppt/slides/_rels/slide2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5.xml"/></Relationships>
</file>

<file path=ppt/slides/_rels/slide2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6.xml"/></Relationships>
</file>

<file path=ppt/slides/_rels/slide2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7.xml"/></Relationships>
</file>

<file path=ppt/slides/_rels/slide2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8.xml"/></Relationships>
</file>

<file path=ppt/slides/_rels/slide2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9.xml"/></Relationships>
</file>

<file path=ppt/slides/_rels/slide2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0.xml"/></Relationships>
</file>

<file path=ppt/slides/_rels/slide2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1.xml"/></Relationships>
</file>

<file path=ppt/slides/_rels/slide2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2.xml"/></Relationships>
</file>

<file path=ppt/slides/_rels/slide2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3.xml"/></Relationships>
</file>

<file path=ppt/slides/_rels/slide2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4.xml"/></Relationships>
</file>

<file path=ppt/slides/_rels/slide2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5.xml"/></Relationships>
</file>

<file path=ppt/slides/_rels/slide2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680302" y="1843050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Fish Freshness Classification Model Performance Report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433075" y="32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2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7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524100" y="1273875"/>
            <a:ext cx="7613400" cy="27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This report presents an analysis of the performance of a fish freshness classification model of </a:t>
            </a: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Mackerel, Sardine &amp; White prawns </a:t>
            </a: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on different dates since August 2023. 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The analysis is based on confusion matrices provided for each date.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672700" y="232600"/>
            <a:ext cx="376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Confusion Matrix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1370625" y="1280575"/>
            <a:ext cx="6736800" cy="3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 Values</a:t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		  Bad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Bad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222195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729300"/>
                <a:gridCol w="1729300"/>
              </a:tblGrid>
              <a:tr h="966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TP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87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FN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TN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68" name="Google Shape;68;p15"/>
          <p:cNvSpPr txBox="1"/>
          <p:nvPr/>
        </p:nvSpPr>
        <p:spPr>
          <a:xfrm rot="-5400000">
            <a:off x="-275450" y="2699125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6119600" y="1648750"/>
            <a:ext cx="2837400" cy="3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TP = True Positives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FP = False Positives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FN = False Negatives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TN = True Negatives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6234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Performance Metrics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6234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Performance metrics, including accuracy, precision, recall, and F1-score, have been calculated for each date using the provided data and confusion matrices.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Accuracy </a:t>
            </a:r>
            <a:r>
              <a:rPr lang="en" sz="2100"/>
              <a:t>gives the overall correctness of the predictions.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Precision </a:t>
            </a:r>
            <a:r>
              <a:rPr lang="en" sz="2100"/>
              <a:t>measures how many of the predicted positive cases were actually positive.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Recall </a:t>
            </a:r>
            <a:r>
              <a:rPr lang="en" sz="2100"/>
              <a:t>measures how many of the actual positive cases were correctly predicted.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F1</a:t>
            </a:r>
            <a:r>
              <a:rPr lang="en" sz="2100"/>
              <a:t>-</a:t>
            </a:r>
            <a:r>
              <a:rPr b="1" lang="en" sz="2100"/>
              <a:t>score</a:t>
            </a:r>
            <a:r>
              <a:rPr lang="en" sz="2100"/>
              <a:t> is the harmonic mean of precision and recall and provides a balance between them.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642300" y="445025"/>
            <a:ext cx="819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Metrics Calculation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477000" y="801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Accuracy = (Correct predictions) / (Total predictions)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Precision = (True Positives) / (True Positives + False Positives)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Recall = (True Positives) / (True Positives + False Negatives)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F1-Score = 2 * (Precision * Recall) / (Precision + Recall)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Numbers: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Mackerel till 100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Sardine from 101 till 179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White Prawns from 180 till 246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Aug-24-2023(Mackerel)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99" name="Google Shape;99;p2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00" name="Google Shape;100;p2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2" name="Google Shape;102;p20"/>
          <p:cNvGraphicFramePr/>
          <p:nvPr/>
        </p:nvGraphicFramePr>
        <p:xfrm>
          <a:off x="3527175" y="182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51550"/>
                <a:gridCol w="988375"/>
                <a:gridCol w="915700"/>
                <a:gridCol w="964375"/>
                <a:gridCol w="867025"/>
              </a:tblGrid>
              <a:tr h="53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6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3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Aug-25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09" name="Google Shape;109;p2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10" name="Google Shape;110;p2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2" name="Google Shape;112;p21"/>
          <p:cNvGraphicFramePr/>
          <p:nvPr/>
        </p:nvGraphicFramePr>
        <p:xfrm>
          <a:off x="3527175" y="182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51550"/>
                <a:gridCol w="988375"/>
                <a:gridCol w="915700"/>
                <a:gridCol w="964375"/>
                <a:gridCol w="867025"/>
              </a:tblGrid>
              <a:tr h="53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6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3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Aug-31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19" name="Google Shape;119;p2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20" name="Google Shape;120;p2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2" name="Google Shape;122;p22"/>
          <p:cNvGraphicFramePr/>
          <p:nvPr/>
        </p:nvGraphicFramePr>
        <p:xfrm>
          <a:off x="3527175" y="182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51550"/>
                <a:gridCol w="988375"/>
                <a:gridCol w="915700"/>
                <a:gridCol w="964375"/>
                <a:gridCol w="867025"/>
              </a:tblGrid>
              <a:tr h="53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6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3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Sep-01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29" name="Google Shape;129;p2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2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2" name="Google Shape;132;p23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Sep-06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39" name="Google Shape;139;p2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2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2" name="Google Shape;142;p24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Sep-12(Mackerel)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49" name="Google Shape;149;p2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50" name="Google Shape;150;p2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2" name="Google Shape;152;p25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Sep-14(Mackerel)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59" name="Google Shape;159;p2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60" name="Google Shape;160;p2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2" name="Google Shape;162;p26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Sep-21(Mackerel)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69" name="Google Shape;169;p2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2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2" name="Google Shape;172;p27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Sep-22(Mackerel)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79" name="Google Shape;179;p2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80" name="Google Shape;180;p2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2" name="Google Shape;182;p28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Oct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-10(Mackerel)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89" name="Google Shape;189;p2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90" name="Google Shape;190;p2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9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2" name="Google Shape;192;p29"/>
          <p:cNvGraphicFramePr/>
          <p:nvPr/>
        </p:nvGraphicFramePr>
        <p:xfrm>
          <a:off x="3537650" y="1677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3" name="Google Shape;193;p29"/>
          <p:cNvSpPr txBox="1"/>
          <p:nvPr/>
        </p:nvSpPr>
        <p:spPr>
          <a:xfrm>
            <a:off x="552400" y="4372225"/>
            <a:ext cx="28140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Model updated on Oct 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Oct-13(Mackerel)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3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00" name="Google Shape;200;p3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01" name="Google Shape;201;p3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30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3" name="Google Shape;203;p30"/>
          <p:cNvGraphicFramePr/>
          <p:nvPr/>
        </p:nvGraphicFramePr>
        <p:xfrm>
          <a:off x="3537650" y="1677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4" name="Google Shape;204;p30"/>
          <p:cNvSpPr txBox="1"/>
          <p:nvPr/>
        </p:nvSpPr>
        <p:spPr>
          <a:xfrm>
            <a:off x="436525" y="4167275"/>
            <a:ext cx="27975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Replaced old model on oct 13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-09(Mackerel)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11" name="Google Shape;211;p3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12" name="Google Shape;212;p3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31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4" name="Google Shape;214;p31"/>
          <p:cNvGraphicFramePr/>
          <p:nvPr/>
        </p:nvGraphicFramePr>
        <p:xfrm>
          <a:off x="3537650" y="1677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5" name="Google Shape;215;p31"/>
          <p:cNvSpPr txBox="1"/>
          <p:nvPr/>
        </p:nvSpPr>
        <p:spPr>
          <a:xfrm>
            <a:off x="364775" y="4106450"/>
            <a:ext cx="30018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Cuts and damages model updated on oct 23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Nov-25(Mackerel)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3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22" name="Google Shape;222;p3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23" name="Google Shape;223;p3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32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5" name="Google Shape;225;p32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r>
                        <a:rPr lang="en"/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r>
                        <a:rPr lang="en"/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r>
                        <a:rPr lang="en"/>
                        <a:t>.42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Nov-29(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Mackerel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3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32" name="Google Shape;232;p3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33" name="Google Shape;233;p3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33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5" name="Google Shape;235;p33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Nov-30(Mackerel)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3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42" name="Google Shape;242;p3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43" name="Google Shape;243;p3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3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5" name="Google Shape;245;p34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-05(Mackerel)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3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52" name="Google Shape;252;p3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53" name="Google Shape;253;p3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3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55" name="Google Shape;255;p3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Dec-06(Mackerel)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3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62" name="Google Shape;262;p3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63" name="Google Shape;263;p3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3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65" name="Google Shape;265;p3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Dec-07(Mackerel)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3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72" name="Google Shape;272;p3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73" name="Google Shape;273;p3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37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75" name="Google Shape;275;p37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Dec-08(Mackerel)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3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82" name="Google Shape;282;p3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83" name="Google Shape;283;p3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38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85" name="Google Shape;285;p38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Dec-12(Mackerel)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3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92" name="Google Shape;292;p3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93" name="Google Shape;293;p3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39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95" name="Google Shape;295;p39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Dec-13(Mackerel)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4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302" name="Google Shape;302;p4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303" name="Google Shape;303;p4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40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05" name="Google Shape;305;p40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Dec-14(Mackerel)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4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312" name="Google Shape;312;p4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313" name="Google Shape;313;p4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41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15" name="Google Shape;315;p41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Dec-15(Mackerel)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4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322" name="Google Shape;322;p4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323" name="Google Shape;323;p4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42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25" name="Google Shape;325;p42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Dec-19(Mackerel)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4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332" name="Google Shape;332;p4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333" name="Google Shape;333;p4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43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35" name="Google Shape;335;p43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Dec-23(Mackerel)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4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342" name="Google Shape;342;p4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343" name="Google Shape;343;p4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4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45" name="Google Shape;345;p44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r>
                        <a:rPr lang="en"/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6" name="Google Shape;346;p44"/>
          <p:cNvSpPr txBox="1"/>
          <p:nvPr/>
        </p:nvSpPr>
        <p:spPr>
          <a:xfrm>
            <a:off x="427325" y="4247175"/>
            <a:ext cx="26733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Updated freshness model on Jan 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-02-2024(Mackerel)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4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353" name="Google Shape;353;p4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354" name="Google Shape;354;p4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4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56" name="Google Shape;356;p4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Jan-04(Mackerel)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p4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363" name="Google Shape;363;p4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364" name="Google Shape;364;p4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4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66" name="Google Shape;366;p4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Jan-09(Mackerel)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4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373" name="Google Shape;373;p4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374" name="Google Shape;374;p4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47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76" name="Google Shape;376;p47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Jan-11(Mackerel)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4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383" name="Google Shape;383;p4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384" name="Google Shape;384;p4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48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86" name="Google Shape;386;p48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r>
                        <a:rPr lang="en"/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Jan-12(Mackerel)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4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393" name="Google Shape;393;p4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394" name="Google Shape;394;p4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49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96" name="Google Shape;396;p49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r>
                        <a:rPr lang="en"/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Jan-16(Mackerel)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5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403" name="Google Shape;403;p5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404" name="Google Shape;404;p5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p50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06" name="Google Shape;406;p50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Jan-18(Mackerel)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5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413" name="Google Shape;413;p5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414" name="Google Shape;414;p5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51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16" name="Google Shape;416;p51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-06(Mackerel)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" name="Google Shape;422;p5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423" name="Google Shape;423;p5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424" name="Google Shape;424;p5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5" name="Google Shape;425;p52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26" name="Google Shape;426;p52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-07(Mackerel)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5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433" name="Google Shape;433;p5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434" name="Google Shape;434;p5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53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36" name="Google Shape;436;p53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Feb-08(Mackerel)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5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443" name="Google Shape;443;p5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444" name="Google Shape;444;p5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5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46" name="Google Shape;446;p54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Feb-09(Mackerel)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5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453" name="Google Shape;453;p5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454" name="Google Shape;454;p5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p5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56" name="Google Shape;456;p5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Feb-13(Mackerel)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p5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463" name="Google Shape;463;p5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464" name="Google Shape;464;p5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5" name="Google Shape;465;p5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66" name="Google Shape;466;p5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Feb-16(Mackerel)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2" name="Google Shape;472;p5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473" name="Google Shape;473;p5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474" name="Google Shape;474;p5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5" name="Google Shape;475;p57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76" name="Google Shape;476;p57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Feb-21(Mackerel)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p5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483" name="Google Shape;483;p5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484" name="Google Shape;484;p5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p58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86" name="Google Shape;486;p58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Feb-22(Mackerel)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p5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493" name="Google Shape;493;p5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494" name="Google Shape;494;p5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5" name="Google Shape;495;p59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96" name="Google Shape;496;p59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Feb-23(Mackerel)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6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503" name="Google Shape;503;p6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504" name="Google Shape;504;p6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5" name="Google Shape;505;p60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06" name="Google Shape;506;p60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Feb-28(Mackerel)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2" name="Google Shape;512;p6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513" name="Google Shape;513;p6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514" name="Google Shape;514;p6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5" name="Google Shape;515;p61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16" name="Google Shape;516;p61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r>
                        <a:rPr lang="en"/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-01(Mackerel)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2" name="Google Shape;522;p6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523" name="Google Shape;523;p6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524" name="Google Shape;524;p6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5" name="Google Shape;525;p62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26" name="Google Shape;526;p62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Mar-12(Mackerel)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2" name="Google Shape;532;p6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533" name="Google Shape;533;p6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534" name="Google Shape;534;p6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5" name="Google Shape;535;p63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36" name="Google Shape;536;p63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Mar-13(Mackerel)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2" name="Google Shape;542;p6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543" name="Google Shape;543;p6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544" name="Google Shape;544;p6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5" name="Google Shape;545;p6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46" name="Google Shape;546;p64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Mar-14(Mackerel)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2" name="Google Shape;552;p6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553" name="Google Shape;553;p6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554" name="Google Shape;554;p6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5" name="Google Shape;555;p6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56" name="Google Shape;556;p6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Mar-15(Mackerel)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2" name="Google Shape;562;p6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563" name="Google Shape;563;p6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564" name="Google Shape;564;p6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5" name="Google Shape;565;p6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66" name="Google Shape;566;p6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Mar-19(Mackerel)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2" name="Google Shape;572;p6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573" name="Google Shape;573;p6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574" name="Google Shape;574;p6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5" name="Google Shape;575;p67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76" name="Google Shape;576;p67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Mar-21(Mackerel)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2" name="Google Shape;582;p6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583" name="Google Shape;583;p6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584" name="Google Shape;584;p6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5" name="Google Shape;585;p68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86" name="Google Shape;586;p68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Mar-22(Mackerel)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2" name="Google Shape;592;p6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593" name="Google Shape;593;p6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594" name="Google Shape;594;p6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5" name="Google Shape;595;p69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96" name="Google Shape;596;p69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Mar-26(Mackerel)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2" name="Google Shape;602;p7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603" name="Google Shape;603;p7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604" name="Google Shape;604;p7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5" name="Google Shape;605;p70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06" name="Google Shape;606;p70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Mar-27(Mackerel)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2" name="Google Shape;612;p7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613" name="Google Shape;613;p7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614" name="Google Shape;614;p7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5" name="Google Shape;615;p71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16" name="Google Shape;616;p71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7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Mar-28(Mackerel)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2" name="Google Shape;622;p7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623" name="Google Shape;623;p7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624" name="Google Shape;624;p7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5" name="Google Shape;625;p72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26" name="Google Shape;626;p72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Apr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-02(Mackerel)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2" name="Google Shape;632;p7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633" name="Google Shape;633;p7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634" name="Google Shape;634;p7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5" name="Google Shape;635;p73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36" name="Google Shape;636;p73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Apr-04(Mackerel)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2" name="Google Shape;642;p7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643" name="Google Shape;643;p7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644" name="Google Shape;644;p7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5" name="Google Shape;645;p7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46" name="Google Shape;646;p74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Apr-09(Mackerel)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2" name="Google Shape;652;p7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653" name="Google Shape;653;p7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654" name="Google Shape;654;p7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5" name="Google Shape;655;p7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56" name="Google Shape;656;p7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Apr-11(Mackerel)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2" name="Google Shape;662;p7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663" name="Google Shape;663;p7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664" name="Google Shape;664;p7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5" name="Google Shape;665;p7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66" name="Google Shape;666;p7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7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Apr-18(Mackerel)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2" name="Google Shape;672;p7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673" name="Google Shape;673;p7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674" name="Google Shape;674;p7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5" name="Google Shape;675;p77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76" name="Google Shape;676;p77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108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May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-02(Mackerel)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2" name="Google Shape;682;p7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683" name="Google Shape;683;p7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684" name="Google Shape;684;p7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5" name="Google Shape;685;p78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86" name="Google Shape;686;p78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40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May-09(Mackerel)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2" name="Google Shape;692;p7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693" name="Google Shape;693;p7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694" name="Google Shape;694;p7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5" name="Google Shape;695;p79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96" name="Google Shape;696;p79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8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May-16(Mackerel)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2" name="Google Shape;702;p8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703" name="Google Shape;703;p8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704" name="Google Shape;704;p8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5" name="Google Shape;705;p80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06" name="Google Shape;706;p80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8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May-23(Mackerel)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2" name="Google Shape;712;p8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713" name="Google Shape;713;p8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714" name="Google Shape;714;p8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5" name="Google Shape;715;p81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16" name="Google Shape;716;p81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108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8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June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-04(Mackerel)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2" name="Google Shape;722;p8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723" name="Google Shape;723;p8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724" name="Google Shape;724;p8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5" name="Google Shape;725;p82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26" name="Google Shape;726;p82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8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June-11(Mackerel)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2" name="Google Shape;732;p8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733" name="Google Shape;733;p8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734" name="Google Shape;734;p8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5" name="Google Shape;735;p83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36" name="Google Shape;736;p83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8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June-27(Mackerel)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2" name="Google Shape;742;p8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743" name="Google Shape;743;p8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744" name="Google Shape;744;p8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5" name="Google Shape;745;p8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46" name="Google Shape;746;p84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51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8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July-02(Mackerel)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2" name="Google Shape;752;p8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753" name="Google Shape;753;p8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754" name="Google Shape;754;p8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5" name="Google Shape;755;p8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56" name="Google Shape;756;p8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72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8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July-04(Mackerel)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2" name="Google Shape;762;p8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763" name="Google Shape;763;p8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764" name="Google Shape;764;p8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5" name="Google Shape;765;p8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66" name="Google Shape;766;p8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8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July-09(Mackerel)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2" name="Google Shape;772;p8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773" name="Google Shape;773;p8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774" name="Google Shape;774;p8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5" name="Google Shape;775;p87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76" name="Google Shape;776;p87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8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July-30(Mackerel)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2" name="Google Shape;782;p8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783" name="Google Shape;783;p8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784" name="Google Shape;784;p8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5" name="Google Shape;785;p88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86" name="Google Shape;786;p88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r>
                        <a:rPr lang="en"/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54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8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Aug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-01(Mackerel)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2" name="Google Shape;792;p8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793" name="Google Shape;793;p8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794" name="Google Shape;794;p8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5" name="Google Shape;795;p89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96" name="Google Shape;796;p89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9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Aug-06(Mackerel)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2" name="Google Shape;802;p9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803" name="Google Shape;803;p9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804" name="Google Shape;804;p9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5" name="Google Shape;805;p90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06" name="Google Shape;806;p90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9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Aug-13(Mackerel)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2" name="Google Shape;812;p9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813" name="Google Shape;813;p9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814" name="Google Shape;814;p9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5" name="Google Shape;815;p91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16" name="Google Shape;816;p91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9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Aug-22-2024(Mackerel)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2" name="Google Shape;822;p9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823" name="Google Shape;823;p9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824" name="Google Shape;824;p9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5" name="Google Shape;825;p92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26" name="Google Shape;826;p92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132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9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Sep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-24-2024(Mackerel)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2" name="Google Shape;832;p9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833" name="Google Shape;833;p9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834" name="Google Shape;834;p9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5" name="Google Shape;835;p93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36" name="Google Shape;836;p93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9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Oct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-17-2024(Mackerel)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2" name="Google Shape;842;p9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843" name="Google Shape;843;p9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844" name="Google Shape;844;p9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5" name="Google Shape;845;p9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46" name="Google Shape;846;p94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81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9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Oct-22-2024(Mackerel) Mislabeled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2" name="Google Shape;852;p9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853" name="Google Shape;853;p9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854" name="Google Shape;854;p9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5" name="Google Shape;855;p9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56" name="Google Shape;856;p9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9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Oct-24-2024(Mackerel) 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2" name="Google Shape;862;p9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863" name="Google Shape;863;p9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864" name="Google Shape;864;p9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5" name="Google Shape;865;p9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6" name="Google Shape;866;p9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9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Oct-29-2024(Mackerel) 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2" name="Google Shape;872;p9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873" name="Google Shape;873;p9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874" name="Google Shape;874;p9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5" name="Google Shape;875;p97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76" name="Google Shape;876;p97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81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9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-05-2024(Mackerel) 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2" name="Google Shape;882;p9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883" name="Google Shape;883;p9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884" name="Google Shape;884;p9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5" name="Google Shape;885;p98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86" name="Google Shape;886;p98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9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Nov-07-2024(Mackerel) 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2" name="Google Shape;892;p9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893" name="Google Shape;893;p9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894" name="Google Shape;894;p9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5" name="Google Shape;895;p99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96" name="Google Shape;896;p99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55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0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Nov-14-2024(Mackerel) 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2" name="Google Shape;902;p10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903" name="Google Shape;903;p10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904" name="Google Shape;904;p10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5" name="Google Shape;905;p100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06" name="Google Shape;906;p100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115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0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Nov-19-2024(Mackerel) 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2" name="Google Shape;912;p10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913" name="Google Shape;913;p10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914" name="Google Shape;914;p10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5" name="Google Shape;915;p101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16" name="Google Shape;916;p101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134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10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Nov-21-2024(Mackerel) 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2" name="Google Shape;922;p10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923" name="Google Shape;923;p10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924" name="Google Shape;924;p10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5" name="Google Shape;925;p102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26" name="Google Shape;926;p102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53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0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Nov-28-2024(Mackerel) 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2" name="Google Shape;932;p10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933" name="Google Shape;933;p10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934" name="Google Shape;934;p10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5" name="Google Shape;935;p103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36" name="Google Shape;936;p103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114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0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-03-2024(Mackerel) 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2" name="Google Shape;942;p10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943" name="Google Shape;943;p10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944" name="Google Shape;944;p10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5" name="Google Shape;945;p10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46" name="Google Shape;946;p104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55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0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Dec-10-2024(Mackerel) 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2" name="Google Shape;952;p10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953" name="Google Shape;953;p10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954" name="Google Shape;954;p10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5" name="Google Shape;955;p10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56" name="Google Shape;956;p10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110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0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Dec-12-2024(Mackerel) 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2" name="Google Shape;962;p10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963" name="Google Shape;963;p10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964" name="Google Shape;964;p10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5" name="Google Shape;965;p10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6" name="Google Shape;966;p10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128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10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Dec-19-2024(Mackerel) 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2" name="Google Shape;972;p10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973" name="Google Shape;973;p10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974" name="Google Shape;974;p10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5" name="Google Shape;975;p107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76" name="Google Shape;976;p107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64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0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Dec-24-2024(Mackerel) 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2" name="Google Shape;982;p10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983" name="Google Shape;983;p10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984" name="Google Shape;984;p10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5" name="Google Shape;985;p108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86" name="Google Shape;986;p108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154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0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-02-2025(Mackerel) 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2" name="Google Shape;992;p10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993" name="Google Shape;993;p10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994" name="Google Shape;994;p10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5" name="Google Shape;995;p109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96" name="Google Shape;996;p109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150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1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Jan-07-2025(Mackerel) 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2" name="Google Shape;1002;p11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003" name="Google Shape;1003;p11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004" name="Google Shape;1004;p11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5" name="Google Shape;1005;p110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06" name="Google Shape;1006;p110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214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214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1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Jan-25-2025(Mackerel) 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2" name="Google Shape;1012;p11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013" name="Google Shape;1013;p11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014" name="Google Shape;1014;p11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5" name="Google Shape;1015;p111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16" name="Google Shape;1016;p111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135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1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Jan-28-2025(Mackerel) 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2" name="Google Shape;1022;p11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023" name="Google Shape;1023;p11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024" name="Google Shape;1024;p11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5" name="Google Shape;1025;p112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26" name="Google Shape;1026;p112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146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11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Sep-06-2023(Sardine)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2" name="Google Shape;1032;p11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033" name="Google Shape;1033;p11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034" name="Google Shape;1034;p11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5" name="Google Shape;1035;p113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36" name="Google Shape;1036;p113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1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Sep-09(Sardine)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2" name="Google Shape;1042;p11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043" name="Google Shape;1043;p11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044" name="Google Shape;1044;p11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5" name="Google Shape;1045;p114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46" name="Google Shape;1046;p114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11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Sep-14(Sardine)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2" name="Google Shape;1052;p11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053" name="Google Shape;1053;p11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054" name="Google Shape;1054;p11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5" name="Google Shape;1055;p115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56" name="Google Shape;1056;p115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11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Sep-15(Sardine)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2" name="Google Shape;1062;p11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063" name="Google Shape;1063;p11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064" name="Google Shape;1064;p11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5" name="Google Shape;1065;p116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66" name="Google Shape;1066;p116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1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Sep-19(Sardine)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2" name="Google Shape;1072;p11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073" name="Google Shape;1073;p11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074" name="Google Shape;1074;p11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5" name="Google Shape;1075;p117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76" name="Google Shape;1076;p117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</a:t>
                      </a: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</a:t>
                      </a: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</a:t>
                      </a: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1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Sep-21(Sardine)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2" name="Google Shape;1082;p11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083" name="Google Shape;1083;p11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084" name="Google Shape;1084;p11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5" name="Google Shape;1085;p118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86" name="Google Shape;1086;p118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324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87" name="Google Shape;1087;p118"/>
          <p:cNvSpPr txBox="1"/>
          <p:nvPr/>
        </p:nvSpPr>
        <p:spPr>
          <a:xfrm>
            <a:off x="672700" y="4167275"/>
            <a:ext cx="2852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Included cuts and damages model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11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Sep-22(Sardine)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3" name="Google Shape;1093;p11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094" name="Google Shape;1094;p11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095" name="Google Shape;1095;p11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6" name="Google Shape;1096;p119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97" name="Google Shape;1097;p119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216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216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2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Sep-26(Sardine)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3" name="Google Shape;1103;p12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104" name="Google Shape;1104;p12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105" name="Google Shape;1105;p12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6" name="Google Shape;1106;p120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07" name="Google Shape;1107;p120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12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Oct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-03(Sardine)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3" name="Google Shape;1113;p12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114" name="Google Shape;1114;p12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115" name="Google Shape;1115;p12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6" name="Google Shape;1116;p121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17" name="Google Shape;1117;p121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2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Oct-06(Sardine)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3" name="Google Shape;1123;p12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124" name="Google Shape;1124;p12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125" name="Google Shape;1125;p12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6" name="Google Shape;1126;p122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27" name="Google Shape;1127;p122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12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Oct-10(Sardine)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3" name="Google Shape;1133;p12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134" name="Google Shape;1134;p12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135" name="Google Shape;1135;p12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6" name="Google Shape;1136;p123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37" name="Google Shape;1137;p123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12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Oct-19(Sardine)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3" name="Google Shape;1143;p12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144" name="Google Shape;1144;p12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145" name="Google Shape;1145;p12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6" name="Google Shape;1146;p12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47" name="Google Shape;1147;p124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12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Oct-24(Sardine)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3" name="Google Shape;1153;p12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154" name="Google Shape;1154;p12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155" name="Google Shape;1155;p12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6" name="Google Shape;1156;p12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57" name="Google Shape;1157;p12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r>
                        <a:rPr lang="en"/>
                        <a:t>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/>
                        <a:t>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/>
                        <a:t>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</a:t>
                      </a: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58" name="Google Shape;1158;p125"/>
          <p:cNvSpPr txBox="1"/>
          <p:nvPr/>
        </p:nvSpPr>
        <p:spPr>
          <a:xfrm>
            <a:off x="364775" y="4247175"/>
            <a:ext cx="30330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Updated cuts and damages model on </a:t>
            </a:r>
            <a:r>
              <a:rPr lang="en" sz="1800">
                <a:solidFill>
                  <a:schemeClr val="dk2"/>
                </a:solidFill>
              </a:rPr>
              <a:t>oct 23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2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-10(Sardine)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4" name="Google Shape;1164;p12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165" name="Google Shape;1165;p12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166" name="Google Shape;1166;p12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7" name="Google Shape;1167;p12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68" name="Google Shape;1168;p12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12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Nov-23(Sardine)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4" name="Google Shape;1174;p12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175" name="Google Shape;1175;p12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176" name="Google Shape;1176;p12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7" name="Google Shape;1177;p127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78" name="Google Shape;1178;p127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79" name="Google Shape;1179;p127"/>
          <p:cNvSpPr txBox="1"/>
          <p:nvPr/>
        </p:nvSpPr>
        <p:spPr>
          <a:xfrm>
            <a:off x="380425" y="4294075"/>
            <a:ext cx="2861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Updated model on Nov 20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12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Nov-28(Sardine)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5" name="Google Shape;1185;p12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186" name="Google Shape;1186;p12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187" name="Google Shape;1187;p12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8" name="Google Shape;1188;p128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89" name="Google Shape;1189;p128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12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Nov-29(Sardine)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5" name="Google Shape;1195;p12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196" name="Google Shape;1196;p12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197" name="Google Shape;1197;p12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8" name="Google Shape;1198;p129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99" name="Google Shape;1199;p129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/>
                        <a:t>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00" name="Google Shape;1200;p129"/>
          <p:cNvSpPr txBox="1"/>
          <p:nvPr/>
        </p:nvSpPr>
        <p:spPr>
          <a:xfrm>
            <a:off x="317875" y="4309700"/>
            <a:ext cx="29235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Updated model on Nov 29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13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Nov-30(Sardine)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6" name="Google Shape;1206;p13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207" name="Google Shape;1207;p13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208" name="Google Shape;1208;p13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9" name="Google Shape;1209;p130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10" name="Google Shape;1210;p130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r>
                        <a:rPr lang="en"/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13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-05(Sardine)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6" name="Google Shape;1216;p13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217" name="Google Shape;1217;p13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218" name="Google Shape;1218;p13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9" name="Google Shape;1219;p131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20" name="Google Shape;1220;p131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21" name="Google Shape;1221;p131"/>
          <p:cNvSpPr txBox="1"/>
          <p:nvPr/>
        </p:nvSpPr>
        <p:spPr>
          <a:xfrm>
            <a:off x="349175" y="4167275"/>
            <a:ext cx="2907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Started getting segmented images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3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Dec-06(Sardine)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7" name="Google Shape;1227;p13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228" name="Google Shape;1228;p13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229" name="Google Shape;1229;p13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0" name="Google Shape;1230;p132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31" name="Google Shape;1231;p132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32" name="Google Shape;1232;p132"/>
          <p:cNvSpPr txBox="1"/>
          <p:nvPr/>
        </p:nvSpPr>
        <p:spPr>
          <a:xfrm>
            <a:off x="317875" y="4215900"/>
            <a:ext cx="301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Updated model on Dec 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3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Dec-07(Sardine)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8" name="Google Shape;1238;p13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239" name="Google Shape;1239;p13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240" name="Google Shape;1240;p13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1" name="Google Shape;1241;p133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42" name="Google Shape;1242;p133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43" name="Google Shape;1243;p133"/>
          <p:cNvSpPr txBox="1"/>
          <p:nvPr/>
        </p:nvSpPr>
        <p:spPr>
          <a:xfrm>
            <a:off x="775525" y="4335025"/>
            <a:ext cx="2892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Started using Black bg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13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Dec-12(Sardine)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9" name="Google Shape;1249;p13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250" name="Google Shape;1250;p13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251" name="Google Shape;1251;p13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2" name="Google Shape;1252;p13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53" name="Google Shape;1253;p134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r>
                        <a:rPr lang="en"/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r>
                        <a:rPr lang="en"/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13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Dec-15(Sardine)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9" name="Google Shape;1259;p13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260" name="Google Shape;1260;p13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261" name="Google Shape;1261;p13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2" name="Google Shape;1262;p13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63" name="Google Shape;1263;p13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r>
                        <a:rPr lang="en"/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r>
                        <a:rPr lang="en"/>
                        <a:t>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13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Dec-28(Sardine)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9" name="Google Shape;1269;p13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270" name="Google Shape;1270;p13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271" name="Google Shape;1271;p13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2" name="Google Shape;1272;p13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73" name="Google Shape;1273;p13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13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-02(Sardine)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9" name="Google Shape;1279;p13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280" name="Google Shape;1280;p13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281" name="Google Shape;1281;p13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2" name="Google Shape;1282;p137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83" name="Google Shape;1283;p137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r>
                        <a:rPr lang="en"/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13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Jan-09(Sardine)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9" name="Google Shape;1289;p13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290" name="Google Shape;1290;p13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291" name="Google Shape;1291;p13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2" name="Google Shape;1292;p138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93" name="Google Shape;1293;p138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13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Jan-12(Sardine)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9" name="Google Shape;1299;p13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300" name="Google Shape;1300;p13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301" name="Google Shape;1301;p13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2" name="Google Shape;1302;p139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03" name="Google Shape;1303;p139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r>
                        <a:rPr lang="en"/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14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Jan-18(Sardine)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9" name="Google Shape;1309;p14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310" name="Google Shape;1310;p14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311" name="Google Shape;1311;p14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2" name="Google Shape;1312;p140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13" name="Google Shape;1313;p140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14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Jan-19(Sardine)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9" name="Google Shape;1319;p14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320" name="Google Shape;1320;p14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321" name="Google Shape;1321;p14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2" name="Google Shape;1322;p141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23" name="Google Shape;1323;p141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14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-08(Sardine)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9" name="Google Shape;1329;p14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330" name="Google Shape;1330;p14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331" name="Google Shape;1331;p14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2" name="Google Shape;1332;p142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33" name="Google Shape;1333;p142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14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Feb-13(Sardine)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9" name="Google Shape;1339;p14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340" name="Google Shape;1340;p14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341" name="Google Shape;1341;p14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2" name="Google Shape;1342;p143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43" name="Google Shape;1343;p143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14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Feb-20(Sardine)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9" name="Google Shape;1349;p14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350" name="Google Shape;1350;p14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351" name="Google Shape;1351;p14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2" name="Google Shape;1352;p14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53" name="Google Shape;1353;p144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228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228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228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14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Feb-22(Sardine)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9" name="Google Shape;1359;p14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360" name="Google Shape;1360;p14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361" name="Google Shape;1361;p14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2" name="Google Shape;1362;p14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63" name="Google Shape;1363;p14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4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Feb-28(Sardine)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9" name="Google Shape;1369;p14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370" name="Google Shape;1370;p14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371" name="Google Shape;1371;p14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2" name="Google Shape;1372;p14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73" name="Google Shape;1373;p14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219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14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Feb-29(Sardine)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9" name="Google Shape;1379;p14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380" name="Google Shape;1380;p14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381" name="Google Shape;1381;p14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2" name="Google Shape;1382;p147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83" name="Google Shape;1383;p147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14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Feb-29(Sardine)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9" name="Google Shape;1389;p14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390" name="Google Shape;1390;p14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391" name="Google Shape;1391;p14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2" name="Google Shape;1392;p148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93" name="Google Shape;1393;p148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14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-13(Sardine)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9" name="Google Shape;1399;p14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400" name="Google Shape;1400;p14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401" name="Google Shape;1401;p14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2" name="Google Shape;1402;p149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03" name="Google Shape;1403;p149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15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Mar-15(Sardine)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9" name="Google Shape;1409;p15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410" name="Google Shape;1410;p15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411" name="Google Shape;1411;p15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2" name="Google Shape;1412;p150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13" name="Google Shape;1413;p150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15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Mar-19(Sardine)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9" name="Google Shape;1419;p15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420" name="Google Shape;1420;p15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421" name="Google Shape;1421;p15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2" name="Google Shape;1422;p151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23" name="Google Shape;1423;p151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267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267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267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15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Mar-21(Sardine)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9" name="Google Shape;1429;p15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430" name="Google Shape;1430;p15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431" name="Google Shape;1431;p15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2" name="Google Shape;1432;p152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33" name="Google Shape;1433;p152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15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Mar-26(Sardine)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9" name="Google Shape;1439;p15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440" name="Google Shape;1440;p15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441" name="Google Shape;1441;p15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2" name="Google Shape;1442;p153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43" name="Google Shape;1443;p153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15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Mar-27(Sardine)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9" name="Google Shape;1449;p15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450" name="Google Shape;1450;p15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451" name="Google Shape;1451;p15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2" name="Google Shape;1452;p15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53" name="Google Shape;1453;p154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r>
                        <a:rPr lang="en"/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5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Mar-28(Sardine)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9" name="Google Shape;1459;p15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460" name="Google Shape;1460;p15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461" name="Google Shape;1461;p15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2" name="Google Shape;1462;p15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63" name="Google Shape;1463;p15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5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Apr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-05(Sardine)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9" name="Google Shape;1469;p15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470" name="Google Shape;1470;p15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471" name="Google Shape;1471;p15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2" name="Google Shape;1472;p15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73" name="Google Shape;1473;p15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5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Apr-09(Sardine)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9" name="Google Shape;1479;p15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480" name="Google Shape;1480;p15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481" name="Google Shape;1481;p15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2" name="Google Shape;1482;p157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83" name="Google Shape;1483;p157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r>
                        <a:rPr lang="en"/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r>
                        <a:rPr lang="en"/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r>
                        <a:rPr lang="en"/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15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Apr-23(Sardine)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9" name="Google Shape;1489;p15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490" name="Google Shape;1490;p15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491" name="Google Shape;1491;p15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2" name="Google Shape;1492;p158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93" name="Google Shape;1493;p158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5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May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-02(Sardine)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9" name="Google Shape;1499;p15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500" name="Google Shape;1500;p15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501" name="Google Shape;1501;p15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2" name="Google Shape;1502;p159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03" name="Google Shape;1503;p159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16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May-09(Sardine)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9" name="Google Shape;1509;p16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510" name="Google Shape;1510;p16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511" name="Google Shape;1511;p16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2" name="Google Shape;1512;p160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13" name="Google Shape;1513;p160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16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May-16(Sardine)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9" name="Google Shape;1519;p16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520" name="Google Shape;1520;p16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521" name="Google Shape;1521;p16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2" name="Google Shape;1522;p161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23" name="Google Shape;1523;p161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79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16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May-23(Sardine)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9" name="Google Shape;1529;p16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530" name="Google Shape;1530;p16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531" name="Google Shape;1531;p16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2" name="Google Shape;1532;p162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33" name="Google Shape;1533;p162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16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May-28(Sardine)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9" name="Google Shape;1539;p16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540" name="Google Shape;1540;p16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541" name="Google Shape;1541;p16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2" name="Google Shape;1542;p163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43" name="Google Shape;1543;p163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123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16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June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9" name="Google Shape;1549;p16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550" name="Google Shape;1550;p16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551" name="Google Shape;1551;p16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2" name="Google Shape;1552;p16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53" name="Google Shape;1553;p164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84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16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June-11(Sardine)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9" name="Google Shape;1559;p16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560" name="Google Shape;1560;p16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561" name="Google Shape;1561;p16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2" name="Google Shape;1562;p16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63" name="Google Shape;1563;p16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144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6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July-04(Sardine)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9" name="Google Shape;1569;p16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570" name="Google Shape;1570;p16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571" name="Google Shape;1571;p16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2" name="Google Shape;1572;p16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73" name="Google Shape;1573;p16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16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July-11(Sardine)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9" name="Google Shape;1579;p16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580" name="Google Shape;1580;p16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581" name="Google Shape;1581;p16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2" name="Google Shape;1582;p167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83" name="Google Shape;1583;p167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16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July-16(Sardine)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9" name="Google Shape;1589;p16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590" name="Google Shape;1590;p16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591" name="Google Shape;1591;p16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2" name="Google Shape;1592;p168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93" name="Google Shape;1593;p168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16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July-18(Sardine)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9" name="Google Shape;1599;p16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600" name="Google Shape;1600;p16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601" name="Google Shape;1601;p16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2" name="Google Shape;1602;p169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03" name="Google Shape;1603;p169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17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July-30(Sardine)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9" name="Google Shape;1609;p17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610" name="Google Shape;1610;p17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611" name="Google Shape;1611;p17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2" name="Google Shape;1612;p170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13" name="Google Shape;1613;p170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17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August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-12(Sardine)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9" name="Google Shape;1619;p17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620" name="Google Shape;1620;p17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621" name="Google Shape;1621;p17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2" name="Google Shape;1622;p171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23" name="Google Shape;1623;p171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17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August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-13-2024(Sardine)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9" name="Google Shape;1629;p17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630" name="Google Shape;1630;p17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631" name="Google Shape;1631;p17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2" name="Google Shape;1632;p172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33" name="Google Shape;1633;p172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7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August-22-2024(Sardine)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9" name="Google Shape;1639;p17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640" name="Google Shape;1640;p17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641" name="Google Shape;1641;p17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2" name="Google Shape;1642;p173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43" name="Google Shape;1643;p173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17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Oct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-22-2024(Sardine) Mislabeled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9" name="Google Shape;1649;p17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650" name="Google Shape;1650;p17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651" name="Google Shape;1651;p17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2" name="Google Shape;1652;p17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53" name="Google Shape;1653;p174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66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17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Oct-24-2024(Sardine)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9" name="Google Shape;1659;p17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660" name="Google Shape;1660;p17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661" name="Google Shape;1661;p17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2" name="Google Shape;1662;p17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63" name="Google Shape;1663;p17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72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7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Oct-29-2024(Sardine)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9" name="Google Shape;1669;p17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670" name="Google Shape;1670;p17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671" name="Google Shape;1671;p17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2" name="Google Shape;1672;p17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73" name="Google Shape;1673;p17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17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-07-2024(Sardine)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9" name="Google Shape;1679;p17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680" name="Google Shape;1680;p17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681" name="Google Shape;1681;p17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2" name="Google Shape;1682;p177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83" name="Google Shape;1683;p177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150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17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Nov-12-2024(Sardine)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9" name="Google Shape;1689;p17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690" name="Google Shape;1690;p17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691" name="Google Shape;1691;p17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2" name="Google Shape;1692;p178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93" name="Google Shape;1693;p178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163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17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Nov-14-2024(Sardine)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9" name="Google Shape;1699;p17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700" name="Google Shape;1700;p17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701" name="Google Shape;1701;p17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2" name="Google Shape;1702;p179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03" name="Google Shape;1703;p179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18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Nov-19-2024(Sardine)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9" name="Google Shape;1709;p18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710" name="Google Shape;1710;p18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711" name="Google Shape;1711;p18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2" name="Google Shape;1712;p180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13" name="Google Shape;1713;p180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181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18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Nov-21-2024(Sardine)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9" name="Google Shape;1719;p18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720" name="Google Shape;1720;p18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721" name="Google Shape;1721;p18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2" name="Google Shape;1722;p181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23" name="Google Shape;1723;p181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18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Nov-26-2024(Sardine)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9" name="Google Shape;1729;p18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730" name="Google Shape;1730;p18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731" name="Google Shape;1731;p18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2" name="Google Shape;1732;p182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33" name="Google Shape;1733;p182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18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-03-2024(Sardine)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9" name="Google Shape;1739;p18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740" name="Google Shape;1740;p18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741" name="Google Shape;1741;p18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2" name="Google Shape;1742;p183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43" name="Google Shape;1743;p183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62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18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Dec-10-2024(Sardine)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9" name="Google Shape;1749;p18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750" name="Google Shape;1750;p18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751" name="Google Shape;1751;p18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2" name="Google Shape;1752;p18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53" name="Google Shape;1753;p184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18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Dec-17-2024(Sardine)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9" name="Google Shape;1759;p18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760" name="Google Shape;1760;p18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761" name="Google Shape;1761;p18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2" name="Google Shape;1762;p18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63" name="Google Shape;1763;p18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86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86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18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Dec-19-2024(Sardine)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9" name="Google Shape;1769;p18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770" name="Google Shape;1770;p18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771" name="Google Shape;1771;p18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2" name="Google Shape;1772;p18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73" name="Google Shape;1773;p18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115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18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Dec-24-2024(Sardine)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9" name="Google Shape;1779;p18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780" name="Google Shape;1780;p18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781" name="Google Shape;1781;p18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2" name="Google Shape;1782;p187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83" name="Google Shape;1783;p187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18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Dec-26-2024(Sardine)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9" name="Google Shape;1789;p18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790" name="Google Shape;1790;p18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791" name="Google Shape;1791;p18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2" name="Google Shape;1792;p188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93" name="Google Shape;1793;p188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166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166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8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-02-2025(Sardine)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9" name="Google Shape;1799;p18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800" name="Google Shape;1800;p18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801" name="Google Shape;1801;p18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2" name="Google Shape;1802;p189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03" name="Google Shape;1803;p189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110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19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Jan-21-2025(Sardine)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9" name="Google Shape;1809;p19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810" name="Google Shape;1810;p19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811" name="Google Shape;1811;p19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2" name="Google Shape;1812;p190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13" name="Google Shape;1813;p190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352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352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352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19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Jan-23-2025(Sardine)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9" name="Google Shape;1819;p19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820" name="Google Shape;1820;p19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821" name="Google Shape;1821;p19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2" name="Google Shape;1822;p191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23" name="Google Shape;1823;p191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226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226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226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p1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Misclassification data</a:t>
            </a:r>
            <a:endParaRPr/>
          </a:p>
        </p:txBody>
      </p:sp>
      <p:sp>
        <p:nvSpPr>
          <p:cNvPr id="1829" name="Google Shape;1829;p19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Jan12, 16 and Feb 16 mackerel was tested instead of sardine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Jan 12 - demo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Jan 16 - demo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Feb 16 - demo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Update data for dec 15</a:t>
            </a:r>
            <a:endParaRPr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19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Dec-07(White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5" name="Google Shape;1835;p19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836" name="Google Shape;1836;p19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837" name="Google Shape;1837;p19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8" name="Google Shape;1838;p193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39" name="Google Shape;1839;p193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19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Dec-12(White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5" name="Google Shape;1845;p19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846" name="Google Shape;1846;p19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847" name="Google Shape;1847;p19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8" name="Google Shape;1848;p194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49" name="Google Shape;1849;p194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19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Dec-14(White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5" name="Google Shape;1855;p19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856" name="Google Shape;1856;p19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857" name="Google Shape;1857;p19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8" name="Google Shape;1858;p195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59" name="Google Shape;1859;p195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19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Dec-15(White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5" name="Google Shape;1865;p19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866" name="Google Shape;1866;p19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867" name="Google Shape;1867;p19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8" name="Google Shape;1868;p196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69" name="Google Shape;1869;p196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r>
                        <a:rPr lang="en"/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19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Dec-19(White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5" name="Google Shape;1875;p19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876" name="Google Shape;1876;p19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877" name="Google Shape;1877;p19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8" name="Google Shape;1878;p197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79" name="Google Shape;1879;p197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19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Dec-27(White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5" name="Google Shape;1885;p19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886" name="Google Shape;1886;p19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887" name="Google Shape;1887;p19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8" name="Google Shape;1888;p198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89" name="Google Shape;1889;p198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90" name="Google Shape;1890;p198"/>
          <p:cNvSpPr txBox="1"/>
          <p:nvPr/>
        </p:nvSpPr>
        <p:spPr>
          <a:xfrm>
            <a:off x="672700" y="3985175"/>
            <a:ext cx="2852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Updated model on Dec - 26. 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Used segmented images without preserving aspect ratio(black bg)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p19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Dec-28(White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6" name="Google Shape;1896;p19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897" name="Google Shape;1897;p19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898" name="Google Shape;1898;p19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9" name="Google Shape;1899;p199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00" name="Google Shape;1900;p199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p20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Dec-29(White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6" name="Google Shape;1906;p20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907" name="Google Shape;1907;p20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908" name="Google Shape;1908;p20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9" name="Google Shape;1909;p200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10" name="Google Shape;1910;p200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234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234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p20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Dec-30(White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6" name="Google Shape;1916;p20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917" name="Google Shape;1917;p20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918" name="Google Shape;1918;p20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9" name="Google Shape;1919;p201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20" name="Google Shape;1920;p201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233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21" name="Google Shape;1921;p201"/>
          <p:cNvSpPr txBox="1"/>
          <p:nvPr/>
        </p:nvSpPr>
        <p:spPr>
          <a:xfrm>
            <a:off x="239725" y="4184625"/>
            <a:ext cx="29391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Updated model on Jan 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5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p20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-02(White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7" name="Google Shape;1927;p20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928" name="Google Shape;1928;p20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929" name="Google Shape;1929;p20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0" name="Google Shape;1930;p202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31" name="Google Shape;1931;p202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p20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Jan-03(White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7" name="Google Shape;1937;p20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938" name="Google Shape;1938;p20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939" name="Google Shape;1939;p20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0" name="Google Shape;1940;p203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41" name="Google Shape;1941;p203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20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Jan-04(White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7" name="Google Shape;1947;p20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948" name="Google Shape;1948;p20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949" name="Google Shape;1949;p20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0" name="Google Shape;1950;p204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51" name="Google Shape;1951;p204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20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Jan-05(White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7" name="Google Shape;1957;p20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958" name="Google Shape;1958;p20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959" name="Google Shape;1959;p20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0" name="Google Shape;1960;p205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61" name="Google Shape;1961;p205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p20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Jan-09(White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7" name="Google Shape;1967;p20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968" name="Google Shape;1968;p20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969" name="Google Shape;1969;p20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0" name="Google Shape;1970;p206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71" name="Google Shape;1971;p206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p20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Jan-10(White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7" name="Google Shape;1977;p20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978" name="Google Shape;1978;p20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979" name="Google Shape;1979;p20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0" name="Google Shape;1980;p207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81" name="Google Shape;1981;p207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20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Jan-11(White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7" name="Google Shape;1987;p20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988" name="Google Shape;1988;p20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989" name="Google Shape;1989;p20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0" name="Google Shape;1990;p208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91" name="Google Shape;1991;p208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5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p20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Jan-12(White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7" name="Google Shape;1997;p20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998" name="Google Shape;1998;p20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999" name="Google Shape;1999;p20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0" name="Google Shape;2000;p209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01" name="Google Shape;2001;p209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p21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Jan-16(White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7" name="Google Shape;2007;p21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008" name="Google Shape;2008;p21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009" name="Google Shape;2009;p21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0" name="Google Shape;2010;p210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11" name="Google Shape;2011;p210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p21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Jan-18(White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7" name="Google Shape;2017;p21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018" name="Google Shape;2018;p21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019" name="Google Shape;2019;p21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0" name="Google Shape;2020;p211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21" name="Google Shape;2021;p211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21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Jan-19(White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7" name="Google Shape;2027;p21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028" name="Google Shape;2028;p21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029" name="Google Shape;2029;p21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0" name="Google Shape;2030;p212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31" name="Google Shape;2031;p212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p21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Jan-23(White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7" name="Google Shape;2037;p21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038" name="Google Shape;2038;p21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039" name="Google Shape;2039;p21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0" name="Google Shape;2040;p213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41" name="Google Shape;2041;p213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255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255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p21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-06(White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7" name="Google Shape;2047;p21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048" name="Google Shape;2048;p21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049" name="Google Shape;2049;p21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0" name="Google Shape;2050;p214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51" name="Google Shape;2051;p214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21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Feb-07(White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7" name="Google Shape;2057;p21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058" name="Google Shape;2058;p21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059" name="Google Shape;2059;p21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0" name="Google Shape;2060;p215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61" name="Google Shape;2061;p215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p21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Feb-08(White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7" name="Google Shape;2067;p21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068" name="Google Shape;2068;p21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069" name="Google Shape;2069;p21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0" name="Google Shape;2070;p216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71" name="Google Shape;2071;p216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21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Feb-12(White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7" name="Google Shape;2077;p21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078" name="Google Shape;2078;p21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079" name="Google Shape;2079;p21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0" name="Google Shape;2080;p217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81" name="Google Shape;2081;p217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5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p21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Feb-16(White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7" name="Google Shape;2087;p21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088" name="Google Shape;2088;p21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089" name="Google Shape;2089;p21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0" name="Google Shape;2090;p218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91" name="Google Shape;2091;p218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230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230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21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Feb-20(White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7" name="Google Shape;2097;p21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098" name="Google Shape;2098;p21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099" name="Google Shape;2099;p21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0" name="Google Shape;2100;p219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01" name="Google Shape;2101;p219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5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p22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Feb-21(White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7" name="Google Shape;2107;p22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108" name="Google Shape;2108;p22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109" name="Google Shape;2109;p22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0" name="Google Shape;2110;p220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11" name="Google Shape;2111;p220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p22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Feb-22(White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7" name="Google Shape;2117;p22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118" name="Google Shape;2118;p22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119" name="Google Shape;2119;p22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0" name="Google Shape;2120;p221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21" name="Google Shape;2121;p221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22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Feb-23(White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7" name="Google Shape;2127;p22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128" name="Google Shape;2128;p22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129" name="Google Shape;2129;p22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0" name="Google Shape;2130;p222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31" name="Google Shape;2131;p222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p22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Feb-29(White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7" name="Google Shape;2137;p22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138" name="Google Shape;2138;p22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139" name="Google Shape;2139;p22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0" name="Google Shape;2140;p223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41" name="Google Shape;2141;p223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421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p22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-01(White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7" name="Google Shape;2147;p22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148" name="Google Shape;2148;p22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149" name="Google Shape;2149;p22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0" name="Google Shape;2150;p224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51" name="Google Shape;2151;p224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345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345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345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p22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Mar-05(White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7" name="Google Shape;2157;p22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158" name="Google Shape;2158;p22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159" name="Google Shape;2159;p22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0" name="Google Shape;2160;p225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61" name="Google Shape;2161;p225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418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418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418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p22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Mar-06(White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7" name="Google Shape;2167;p22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168" name="Google Shape;2168;p22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169" name="Google Shape;2169;p22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0" name="Google Shape;2170;p226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71" name="Google Shape;2171;p226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396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396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396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5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p22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Mar-06(White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7" name="Google Shape;2177;p22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178" name="Google Shape;2178;p22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179" name="Google Shape;2179;p22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0" name="Google Shape;2180;p227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81" name="Google Shape;2181;p227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396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396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396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p22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Mar-12(White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7" name="Google Shape;2187;p22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188" name="Google Shape;2188;p22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189" name="Google Shape;2189;p22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0" name="Google Shape;2190;p228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91" name="Google Shape;2191;p228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p22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Mar-13(White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7" name="Google Shape;2197;p22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198" name="Google Shape;2198;p22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199" name="Google Shape;2199;p22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0" name="Google Shape;2200;p229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01" name="Google Shape;2201;p229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350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23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Mar-14(White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7" name="Google Shape;2207;p23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208" name="Google Shape;2208;p23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209" name="Google Shape;2209;p23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0" name="Google Shape;2210;p230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11" name="Google Shape;2211;p230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p23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Mar-22(White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7" name="Google Shape;2217;p23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218" name="Google Shape;2218;p23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219" name="Google Shape;2219;p23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0" name="Google Shape;2220;p231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21" name="Google Shape;2221;p231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327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5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p23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Mar-26(White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7" name="Google Shape;2227;p23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228" name="Google Shape;2228;p23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229" name="Google Shape;2229;p23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0" name="Google Shape;2230;p232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31" name="Google Shape;2231;p232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5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p23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Apr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-03(White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7" name="Google Shape;2237;p23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238" name="Google Shape;2238;p23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239" name="Google Shape;2239;p23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0" name="Google Shape;2240;p233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41" name="Google Shape;2241;p233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5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p23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Apr-05(White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7" name="Google Shape;2247;p23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248" name="Google Shape;2248;p23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249" name="Google Shape;2249;p23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0" name="Google Shape;2250;p234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51" name="Google Shape;2251;p234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p23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Apr-11(White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7" name="Google Shape;2257;p23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258" name="Google Shape;2258;p23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259" name="Google Shape;2259;p23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0" name="Google Shape;2260;p235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61" name="Google Shape;2261;p235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224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23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Apr-18(White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7" name="Google Shape;2267;p23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268" name="Google Shape;2268;p23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269" name="Google Shape;2269;p23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0" name="Google Shape;2270;p236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71" name="Google Shape;2271;p236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282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283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283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283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5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Google Shape;2276;p23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Apr-23(White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7" name="Google Shape;2277;p23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278" name="Google Shape;2278;p23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279" name="Google Shape;2279;p23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0" name="Google Shape;2280;p237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81" name="Google Shape;2281;p237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227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p23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Apr-25(White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7" name="Google Shape;2287;p23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288" name="Google Shape;2288;p23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289" name="Google Shape;2289;p23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0" name="Google Shape;2290;p238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91" name="Google Shape;2291;p238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351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351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5" name="Shape 2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p23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May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-07(White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7" name="Google Shape;2297;p23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298" name="Google Shape;2298;p23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299" name="Google Shape;2299;p23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0" name="Google Shape;2300;p239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01" name="Google Shape;2301;p239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5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24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May-28(White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7" name="Google Shape;2307;p24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308" name="Google Shape;2308;p24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309" name="Google Shape;2309;p24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0" name="Google Shape;2310;p240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11" name="Google Shape;2311;p240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5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p24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June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-13(White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7" name="Google Shape;2317;p24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318" name="Google Shape;2318;p24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319" name="Google Shape;2319;p24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0" name="Google Shape;2320;p241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21" name="Google Shape;2321;p241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5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Google Shape;2326;p24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June-27(White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7" name="Google Shape;2327;p24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328" name="Google Shape;2328;p24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329" name="Google Shape;2329;p24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0" name="Google Shape;2330;p242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31" name="Google Shape;2331;p242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24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July-04(White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7" name="Google Shape;2337;p24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338" name="Google Shape;2338;p24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339" name="Google Shape;2339;p24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0" name="Google Shape;2340;p243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41" name="Google Shape;2341;p243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5" name="Shape 2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6" name="Google Shape;2346;p24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July-16(White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7" name="Google Shape;2347;p24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348" name="Google Shape;2348;p24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349" name="Google Shape;2349;p24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0" name="Google Shape;2350;p244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51" name="Google Shape;2351;p244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24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July-30(White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7" name="Google Shape;2357;p24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358" name="Google Shape;2358;p24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359" name="Google Shape;2359;p24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0" name="Google Shape;2360;p245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61" name="Google Shape;2361;p245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5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366;p24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August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-08(White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7" name="Google Shape;2367;p24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368" name="Google Shape;2368;p24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369" name="Google Shape;2369;p24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0" name="Google Shape;2370;p246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71" name="Google Shape;2371;p246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p24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August-13-2024(White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7" name="Google Shape;2377;p24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378" name="Google Shape;2378;p24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379" name="Google Shape;2379;p24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0" name="Google Shape;2380;p247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81" name="Google Shape;2381;p247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5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24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August-22-2024(White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7" name="Google Shape;2387;p24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388" name="Google Shape;2388;p24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389" name="Google Shape;2389;p24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0" name="Google Shape;2390;p248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91" name="Google Shape;2391;p248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0..24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5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Google Shape;2396;p24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Sep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-24-2024(White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7" name="Google Shape;2397;p24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398" name="Google Shape;2398;p24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399" name="Google Shape;2399;p24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0" name="Google Shape;2400;p249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01" name="Google Shape;2401;p249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p25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Oct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-10-2024(White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7" name="Google Shape;2407;p25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408" name="Google Shape;2408;p25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409" name="Google Shape;2409;p25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0" name="Google Shape;2410;p250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11" name="Google Shape;2411;p250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5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Google Shape;2416;p25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Oct-15-2024(White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7" name="Google Shape;2417;p25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418" name="Google Shape;2418;p25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419" name="Google Shape;2419;p25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0" name="Google Shape;2420;p251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21" name="Google Shape;2421;p251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5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p25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Oct-17-2024(White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7" name="Google Shape;2427;p25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428" name="Google Shape;2428;p25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429" name="Google Shape;2429;p25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0" name="Google Shape;2430;p252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31" name="Google Shape;2431;p252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5" name="Shape 2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6" name="Google Shape;2436;p25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-05-2024(White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7" name="Google Shape;2437;p25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438" name="Google Shape;2438;p25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439" name="Google Shape;2439;p25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0" name="Google Shape;2440;p253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41" name="Google Shape;2441;p253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5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6" name="Google Shape;2446;p25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-24-2024(White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7" name="Google Shape;2447;p25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448" name="Google Shape;2448;p25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449" name="Google Shape;2449;p25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0" name="Google Shape;2450;p254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51" name="Google Shape;2451;p254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5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p25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Dec-26-2024(White Prawns)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7" name="Google Shape;2457;p25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458" name="Google Shape;2458;p25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459" name="Google Shape;2459;p25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0" name="Google Shape;2460;p255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61" name="Google Shape;2461;p255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5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Google Shape;2466;p25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Jan-02-2025(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White Prawns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7" name="Google Shape;2467;p25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468" name="Google Shape;2468;p25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469" name="Google Shape;2469;p25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0" name="Google Shape;2470;p25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71" name="Google Shape;2471;p25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185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5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25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Jan-15-2025(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White Prawns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7" name="Google Shape;2477;p25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478" name="Google Shape;2478;p25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479" name="Google Shape;2479;p25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0" name="Google Shape;2480;p257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81" name="Google Shape;2481;p257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148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5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p25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Jan-25-2025(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White Prawns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7" name="Google Shape;2487;p25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488" name="Google Shape;2488;p25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489" name="Google Shape;2489;p25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0" name="Google Shape;2490;p258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91" name="Google Shape;2491;p258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{88F74707-49AE-492D-8A35-DDE073298DCE}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125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