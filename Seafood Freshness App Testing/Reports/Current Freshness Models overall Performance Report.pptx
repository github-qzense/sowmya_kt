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8BFEBB-6E81-4BC6-8903-13E474FF3BF7}">
  <a:tblStyle styleId="{6C8BFEBB-6E81-4BC6-8903-13E474FF3B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acf0c44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acf0c44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acf0c4423_0_2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acf0c4423_0_2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acf0c4423_0_2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acf0c4423_0_2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ec19049a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ec19049a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ec19049a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2ec19049a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ec19049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ec19049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97950" y="198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2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97950" y="974550"/>
            <a:ext cx="35145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This report presents an analysis of the performance of a fish freshness classification model of </a:t>
            </a: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Mackerel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Sardine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&amp; </a:t>
            </a: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White prawns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on different models.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The analysis is based on confusion matrices provided for each date.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5254450" y="323613"/>
            <a:ext cx="376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  <a:endParaRPr sz="23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5039300" y="896325"/>
            <a:ext cx="2860800" cy="26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Actual Values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</a:t>
            </a:r>
            <a:r>
              <a:rPr lang="en" sz="1300"/>
              <a:t> Good             </a:t>
            </a:r>
            <a:r>
              <a:rPr lang="en" sz="1300"/>
              <a:t>Bad     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               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            Good	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                    </a:t>
            </a:r>
            <a:endParaRPr sz="13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    Bad</a:t>
            </a:r>
            <a:endParaRPr sz="1300"/>
          </a:p>
        </p:txBody>
      </p:sp>
      <p:graphicFrame>
        <p:nvGraphicFramePr>
          <p:cNvPr id="58" name="Google Shape;58;p13"/>
          <p:cNvGraphicFramePr/>
          <p:nvPr/>
        </p:nvGraphicFramePr>
        <p:xfrm>
          <a:off x="6211950" y="163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{6C8BFEBB-6E81-4BC6-8903-13E474FF3BF7}</a:tableStyleId>
              </a:tblPr>
              <a:tblGrid>
                <a:gridCol w="712525"/>
                <a:gridCol w="712525"/>
              </a:tblGrid>
              <a:tr h="729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TP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FP</a:t>
                      </a:r>
                      <a:endParaRPr sz="500"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8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FN</a:t>
                      </a:r>
                      <a:endParaRPr sz="500"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TN</a:t>
                      </a:r>
                      <a:endParaRPr sz="500"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9" name="Google Shape;59;p13"/>
          <p:cNvSpPr txBox="1"/>
          <p:nvPr/>
        </p:nvSpPr>
        <p:spPr>
          <a:xfrm rot="-5400000">
            <a:off x="4370225" y="2026275"/>
            <a:ext cx="19230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053000" y="3224650"/>
            <a:ext cx="21600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TP = True Positives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FP = False Positives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FN = False Negatives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TN = True Negatives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6234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Performance Metrics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234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Performance metrics, including accuracy, precision, recall, and F1-score, have been calculated for each date using the provided data and confusion matrices.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Accuracy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gives the overall correctness of the predictions.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Precision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measures how many of the predicted positive cases were actually positive.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Recall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measures how many of the actual positive cases were correctly predicted.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F1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score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is the harmonic mean of precision and recall and provides a balance between them.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642300" y="445025"/>
            <a:ext cx="81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Metrics Calculation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77000" y="80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Accuracy = (Correct predictions) / (Total predictions)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Precision = (True Positives) / (True Positives + False Positives)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Recall = (True Positives) / (True Positives + False Negatives)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F1-Score = 2 * (Precision * Recall) / (Precision + Recall)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V15 Mackerel (25-Dec-24 to today)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{6C8BFEBB-6E81-4BC6-8903-13E474FF3BF7}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533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80;p1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{6C8BFEBB-6E81-4BC6-8903-13E474FF3BF7}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647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3" name="Google Shape;83;p16"/>
          <p:cNvSpPr txBox="1"/>
          <p:nvPr/>
        </p:nvSpPr>
        <p:spPr>
          <a:xfrm>
            <a:off x="457100" y="4406475"/>
            <a:ext cx="242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Today : 28-Jan-25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V16 Sardine(02-Dec-24 to today)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0" name="Google Shape;90;p1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{6C8BFEBB-6E81-4BC6-8903-13E474FF3BF7}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1" name="Google Shape;91;p1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3" name="Google Shape;93;p1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{6C8BFEBB-6E81-4BC6-8903-13E474FF3BF7}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1307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1307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1307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4" name="Google Shape;94;p17"/>
          <p:cNvSpPr txBox="1"/>
          <p:nvPr/>
        </p:nvSpPr>
        <p:spPr>
          <a:xfrm>
            <a:off x="457100" y="4406475"/>
            <a:ext cx="242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Today : 28-Jan-25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V10 White Prawns(31-Dec-24 to today)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1" name="Google Shape;101;p1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{6C8BFEBB-6E81-4BC6-8903-13E474FF3BF7}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1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4" name="Google Shape;104;p18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{6C8BFEBB-6E81-4BC6-8903-13E474FF3BF7}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458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5" name="Google Shape;105;p18"/>
          <p:cNvSpPr txBox="1"/>
          <p:nvPr/>
        </p:nvSpPr>
        <p:spPr>
          <a:xfrm>
            <a:off x="521125" y="4426075"/>
            <a:ext cx="242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Today : 28-Jan-25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